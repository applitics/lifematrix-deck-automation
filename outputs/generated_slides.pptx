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officeDocument/2006/relationships/extended-properties" Target="docProps/app.xml"/>
<Relationship Id="rId2" Type="http://schemas.openxmlformats.org/package/2006/relationships/metadata/core-properties" Target="docProps/core.xml"/>
<Relationship Id="rId1" Type="http://schemas.openxmlformats.org/officeDocument/2006/relationships/officeDocument" Target="ppt/presentation.xml"/>
<Relationship Id="rId4" Type="http://schemas.openxmlformats.org/officeDocument/2006/relationships/custom-properties" Target="docProps/custom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"/>
  </p:notesMasterIdLst>
  <p:sldIdLst>
    <p:sldId id="258" r:id="rId2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27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notesMaster" Target="notesMasters/notesMaster1.xml"/>
<Relationship Id="rId7" Type="http://schemas.openxmlformats.org/officeDocument/2006/relationships/tableStyles" Target="tableStyle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heme" Target="theme/theme1.xml"/>
<Relationship Id="rId5" Type="http://schemas.openxmlformats.org/officeDocument/2006/relationships/viewProps" Target="viewProps.xml"/>
<Relationship Id="rId4" Type="http://schemas.openxmlformats.org/officeDocument/2006/relationships/presProps" Target="presProps.xml"/>
<Relationship Id="rId8" Type="http://schemas.openxmlformats.org/officeDocument/2006/relationships/slide" Target="slides/slide2.xml"/>
<Relationship Id="rId9" Type="http://schemas.openxmlformats.org/officeDocument/2006/relationships/slide" Target="slides/slide3.xml"/>
<Relationship Id="rId10" Type="http://schemas.openxmlformats.org/officeDocument/2006/relationships/slide" Target="slides/slide4.xml"/>
<Relationship Id="rId11" Type="http://schemas.openxmlformats.org/officeDocument/2006/relationships/slide" Target="slides/slide5.xml"/>
<Relationship Id="rId12" Type="http://schemas.openxmlformats.org/officeDocument/2006/relationships/slide" Target="slides/slide6.xml"/>
<Relationship Id="rId13" Type="http://schemas.openxmlformats.org/officeDocument/2006/relationships/slide" Target="slides/slide7.xml"/>
<Relationship Id="rId14" Type="http://schemas.openxmlformats.org/officeDocument/2006/relationships/slide" Target="slides/slide8.xml"/>
<Relationship Id="rId15" Type="http://schemas.openxmlformats.org/officeDocument/2006/relationships/slide" Target="slides/slide9.xml"/>
<Relationship Id="rId16" Type="http://schemas.openxmlformats.org/officeDocument/2006/relationships/slide" Target="slides/slide10.xml"/>
<Relationship Id="rId17" Type="http://schemas.openxmlformats.org/officeDocument/2006/relationships/slide" Target="slides/slide11.xml"/>
<Relationship Id="rId18" Type="http://schemas.openxmlformats.org/officeDocument/2006/relationships/slide" Target="slides/slide12.xml"/>
<Relationship Id="rId19" Type="http://schemas.openxmlformats.org/officeDocument/2006/relationships/slide" Target="slides/slide13.xml"/>
<Relationship Id="rId20" Type="http://schemas.openxmlformats.org/officeDocument/2006/relationships/slide" Target="slides/slide14.xml"/>
<Relationship Id="rId21" Type="http://schemas.openxmlformats.org/officeDocument/2006/relationships/slide" Target="slides/slide15.xml"/>
<Relationship Id="rId22" Type="http://schemas.openxmlformats.org/officeDocument/2006/relationships/slide" Target="slides/slide16.xml"/>
<Relationship Id="rId23" Type="http://schemas.openxmlformats.org/officeDocument/2006/relationships/slide" Target="slides/slide17.xml"/>
<Relationship Id="rId24" Type="http://schemas.openxmlformats.org/officeDocument/2006/relationships/slide" Target="slides/slide18.xml"/>
<Relationship Id="rId25" Type="http://schemas.openxmlformats.org/officeDocument/2006/relationships/slide" Target="slides/slide19.xml"/>
<Relationship Id="rId26" Type="http://schemas.openxmlformats.org/officeDocument/2006/relationships/slide" Target="slides/slide20.xml"/>
<Relationship Id="rId27" Type="http://schemas.openxmlformats.org/officeDocument/2006/relationships/slide" Target="slides/slide21.xml"/>
<Relationship Id="rId28" Type="http://schemas.openxmlformats.org/officeDocument/2006/relationships/slide" Target="slides/slide22.xml"/>
<Relationship Id="rId29" Type="http://schemas.openxmlformats.org/officeDocument/2006/relationships/slide" Target="slides/slide23.xml"/>
<Relationship Id="rId30" Type="http://schemas.openxmlformats.org/officeDocument/2006/relationships/slide" Target="slides/slide24.xml"/>
<Relationship Id="rId31" Type="http://schemas.openxmlformats.org/officeDocument/2006/relationships/slide" Target="slides/slide25.xml"/>
<Relationship Id="rId32" Type="http://schemas.openxmlformats.org/officeDocument/2006/relationships/slide" Target="slides/slide26.xml"/>
<Relationship Id="rId33" Type="http://schemas.openxmlformats.org/officeDocument/2006/relationships/slide" Target="slides/slide27.xml"/>
<Relationship Id="rId34" Type="http://schemas.openxmlformats.org/officeDocument/2006/relationships/slide" Target="slides/slide28.xml"/>
<Relationship Id="rId35" Type="http://schemas.openxmlformats.org/officeDocument/2006/relationships/slide" Target="slides/slide29.xml"/>
<Relationship Id="rId36" Type="http://schemas.openxmlformats.org/officeDocument/2006/relationships/slide" Target="slides/slide30.xml"/>
<Relationship Id="rId37" Type="http://schemas.openxmlformats.org/officeDocument/2006/relationships/slide" Target="slides/slide31.xml"/>
<Relationship Id="rId38" Type="http://schemas.openxmlformats.org/officeDocument/2006/relationships/slide" Target="slides/slide32.xml"/>
<Relationship Id="rId39" Type="http://schemas.openxmlformats.org/officeDocument/2006/relationships/slide" Target="slides/slide33.xml"/>
<Relationship Id="rId40" Type="http://schemas.openxmlformats.org/officeDocument/2006/relationships/slide" Target="slides/slide34.xml"/>
<Relationship Id="rId41" Type="http://schemas.openxmlformats.org/officeDocument/2006/relationships/slide" Target="slides/slide35.xml"/>
<Relationship Id="rId42" Type="http://schemas.openxmlformats.org/officeDocument/2006/relationships/slide" Target="slides/slide36.xml"/>
<Relationship Id="rId43" Type="http://schemas.openxmlformats.org/officeDocument/2006/relationships/slide" Target="slides/slide37.xml"/>
<Relationship Id="rId44" Type="http://schemas.openxmlformats.org/officeDocument/2006/relationships/slide" Target="slides/slide38.xml"/>
<Relationship Id="rId45" Type="http://schemas.openxmlformats.org/officeDocument/2006/relationships/slide" Target="slides/slide39.xml"/>
<Relationship Id="rId46" Type="http://schemas.openxmlformats.org/officeDocument/2006/relationships/slide" Target="slides/slide40.xml"/>
<Relationship Id="rId47" Type="http://schemas.openxmlformats.org/officeDocument/2006/relationships/slide" Target="slides/slide41.xml"/>
<Relationship Id="rId48" Type="http://schemas.openxmlformats.org/officeDocument/2006/relationships/slide" Target="slides/slide42.xml"/>
<Relationship Id="rId49" Type="http://schemas.openxmlformats.org/officeDocument/2006/relationships/slide" Target="slides/slide43.xml"/>
<Relationship Id="rId50" Type="http://schemas.openxmlformats.org/officeDocument/2006/relationships/slide" Target="slides/slide44.xml"/>
<Relationship Id="rId51" Type="http://schemas.openxmlformats.org/officeDocument/2006/relationships/slide" Target="slides/slide45.xml"/>
<Relationship Id="rId52" Type="http://schemas.openxmlformats.org/officeDocument/2006/relationships/slide" Target="slides/slide46.xml"/>
<Relationship Id="rId53" Type="http://schemas.openxmlformats.org/officeDocument/2006/relationships/slide" Target="slides/slide47.xml"/>
<Relationship Id="rId54" Type="http://schemas.openxmlformats.org/officeDocument/2006/relationships/slide" Target="slides/slide48.xml"/>
<Relationship Id="rId55" Type="http://schemas.openxmlformats.org/officeDocument/2006/relationships/slide" Target="slides/slide49.xml"/>
<Relationship Id="rId56" Type="http://schemas.openxmlformats.org/officeDocument/2006/relationships/slide" Target="slides/slide50.xml"/>
<Relationship Id="rId57" Type="http://schemas.openxmlformats.org/officeDocument/2006/relationships/slide" Target="slides/slide51.xml"/>
<Relationship Id="rId58" Type="http://schemas.openxmlformats.org/officeDocument/2006/relationships/slide" Target="slides/slide52.xml"/>
<Relationship Id="rId59" Type="http://schemas.openxmlformats.org/officeDocument/2006/relationships/slide" Target="slides/slide53.xml"/>
<Relationship Id="rId60" Type="http://schemas.openxmlformats.org/officeDocument/2006/relationships/slide" Target="slides/slide54.xml"/>
<Relationship Id="rId61" Type="http://schemas.openxmlformats.org/officeDocument/2006/relationships/slide" Target="slides/slide55.xml"/>
<Relationship Id="rId62" Type="http://schemas.openxmlformats.org/officeDocument/2006/relationships/slide" Target="slides/slide56.xml"/>
<Relationship Id="rId63" Type="http://schemas.openxmlformats.org/officeDocument/2006/relationships/slide" Target="slides/slide57.xml"/>
<Relationship Id="rId64" Type="http://schemas.openxmlformats.org/officeDocument/2006/relationships/slide" Target="slides/slide58.xml"/>
<Relationship Id="rId65" Type="http://schemas.openxmlformats.org/officeDocument/2006/relationships/slide" Target="slides/slide59.xml"/>
<Relationship Id="rId66" Type="http://schemas.openxmlformats.org/officeDocument/2006/relationships/slide" Target="slides/slide60.xml"/>
<Relationship Id="rId67" Type="http://schemas.openxmlformats.org/officeDocument/2006/relationships/slide" Target="slides/slide61.xml"/>
<Relationship Id="rId68" Type="http://schemas.openxmlformats.org/officeDocument/2006/relationships/slide" Target="slides/slide62.xml"/>
<Relationship Id="rId69" Type="http://schemas.openxmlformats.org/officeDocument/2006/relationships/slide" Target="slides/slide63.xml"/>
<Relationship Id="rId70" Type="http://schemas.openxmlformats.org/officeDocument/2006/relationships/slide" Target="slides/slide64.xml"/>
<Relationship Id="rId71" Type="http://schemas.openxmlformats.org/officeDocument/2006/relationships/slide" Target="slides/slide65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6D3D2-CEF3-40F1-AFF7-6A9361C29B3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E7804-D5CA-458A-BF87-1D82D56CE84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00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1.xml"/>
<Relationship Id="rId1" Type="http://schemas.openxmlformats.org/officeDocument/2006/relationships/notesMaster" Target="../notesMasters/notesMaster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are the key insights we hope they will take away</a:t>
            </a:r>
          </a:p>
          <a:p>
            <a:r>
              <a:rPr lang="en-US"/>
              <a:t>What are the fun facts?</a:t>
            </a:r>
          </a:p>
          <a:p>
            <a:endParaRPr lang="en-US"/>
          </a:p>
          <a:p>
            <a:r>
              <a:rPr lang="en-US"/>
              <a:t>Are we getting across… pause, are you living with intentionality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96785-EAAC-4B26-B9D0-23D79B732F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9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0058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9AFEB31-3E8E-1967-105D-B99AB1485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71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58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A6D4-D5B0-47B3-F2E3-6B763E363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C6E7B-CD77-9DE3-2FC0-FF56B0D4F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F43D7-ECA7-19E9-D968-5C8171A71D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038B6-C2F9-44D8-0A1B-D5BEFEF1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99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E098-3C3E-D936-B155-3763A8DE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5486F-548F-1CF6-8986-039FB40EA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E65EA-D212-27BA-ABEF-203E7EB9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0A724-0C72-4E97-A9E3-D4516792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398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BC51-579D-1314-26BC-FEE00ADE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F6DAF-1884-D652-103A-58BAA2077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2E61C-C478-182F-CC68-315717F64D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203C-5C81-B4A0-0B8C-ED53EE83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331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2A7B-758D-4216-59CA-FEC85A50D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AEDCF-208C-5D49-EAD9-6EF7F4DB4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DD617-5D22-BE24-8258-E764CB8A2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3D476-1B0E-7DAB-50C6-1CE26E85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3A03F-5AF2-6F31-555D-D792DCFB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39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B2BF-8B92-2D1B-D521-164B86580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378D6-5550-97CD-8701-4516DEDFF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8E733-3DD2-092C-2352-7F0F18F4C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2F002-EC77-DDDC-DE46-B5BB2F7FB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79ED3-3E60-854A-8795-65E9D4A59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61EB6-8184-24A1-F0FD-ED8461BC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D748A9-8667-1718-AB57-87A82457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34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0CC8B-A532-73BD-1BFC-81454F960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570229-7FB4-9542-6D89-6DDBCADBA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8ECCD-388E-BF3F-F479-64AA283A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06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BF7B5-C82F-3589-40C1-7501CB72F7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78EBA-9C70-CE65-2C5F-A54138F9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48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07B4-E6ED-0CC2-FA4B-37DEEF940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A1044-F78B-5849-606D-45EE3AD58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045F7-5A85-8603-D390-B089A3F40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E9B96-D9E1-4E94-42BD-7E1400FA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C2B0F-6257-4C79-9F06-A7A66263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89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01AB-BC1C-989B-411C-F862172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7F18E9-2E8D-B837-B156-346BFBDDD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0542F-7FA4-FAB3-F0EE-734ECD140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69AA2-B7C4-6999-0341-A9A2A32B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E285C-9EDD-D0B3-C1BD-83E72F098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73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8340-CD86-0E48-118C-6E07B95AE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EAB1F-8F96-6924-9936-7626C0305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B6E25-45B4-21E3-7FFB-489A9399B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D668A-F431-1D25-8B22-FBC4BBFB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75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D82691-B5A4-BADE-4E55-F29053CB0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A4EE6-8F8B-5301-3407-F8F1A6BA0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04C19-71DC-D55A-C2A7-3563EBB9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4164" y="636731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7C8807-3D13-4FCF-917B-20366DF0109D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BE95F-8B9A-0310-BD7F-A7317B486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82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A8425-C471-4094-B1CE-88C30413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1271" y="6493510"/>
            <a:ext cx="360364" cy="365124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3CDF2-F7F9-43E0-87CB-D85F6EEB53D6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C9C2800-F12D-4E10-A82D-44FDABB0E3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289379"/>
            <a:ext cx="11483975" cy="725714"/>
          </a:xfrm>
        </p:spPr>
        <p:txBody>
          <a:bodyPr tIns="0" rIns="0" bIns="0" anchor="b" anchorCtr="0"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 descr="hbs_lockupB_condensed_1C_k.eps">
            <a:extLst>
              <a:ext uri="{FF2B5EF4-FFF2-40B4-BE49-F238E27FC236}">
                <a16:creationId xmlns:a16="http://schemas.microsoft.com/office/drawing/2014/main" id="{641ECC82-E464-E3A8-E68C-E218F44DB1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6555598"/>
            <a:ext cx="1744131" cy="23445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9EE609-F907-2DE8-76A1-40E3BC69BF6C}"/>
              </a:ext>
            </a:extLst>
          </p:cNvPr>
          <p:cNvCxnSpPr/>
          <p:nvPr userDrawn="1"/>
        </p:nvCxnSpPr>
        <p:spPr>
          <a:xfrm>
            <a:off x="0" y="6445250"/>
            <a:ext cx="1219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681B3A-F3C8-413D-2760-33D5B83A2494}"/>
              </a:ext>
            </a:extLst>
          </p:cNvPr>
          <p:cNvCxnSpPr/>
          <p:nvPr userDrawn="1"/>
        </p:nvCxnSpPr>
        <p:spPr>
          <a:xfrm>
            <a:off x="0" y="6469380"/>
            <a:ext cx="1219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CFF9BD0-2A12-D03B-D35A-CB5078947C46}"/>
              </a:ext>
            </a:extLst>
          </p:cNvPr>
          <p:cNvSpPr txBox="1"/>
          <p:nvPr userDrawn="1"/>
        </p:nvSpPr>
        <p:spPr>
          <a:xfrm>
            <a:off x="10085388" y="6555597"/>
            <a:ext cx="13858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+mn-cs"/>
              </a:rPr>
              <a:t>Copyright © Leslie Perlow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B02704-50BE-19E8-BC42-93AE79DF647B}"/>
              </a:ext>
            </a:extLst>
          </p:cNvPr>
          <p:cNvSpPr/>
          <p:nvPr userDrawn="1"/>
        </p:nvSpPr>
        <p:spPr>
          <a:xfrm>
            <a:off x="0" y="1015093"/>
            <a:ext cx="12192000" cy="5436507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2700000" scaled="1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46800" rIns="180000" bIns="46800" rtlCol="0" anchor="t" anchorCtr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90694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8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4F3392-9A75-B3C0-0957-F0826327739C}"/>
              </a:ext>
            </a:extLst>
          </p:cNvPr>
          <p:cNvSpPr/>
          <p:nvPr userDrawn="1"/>
        </p:nvSpPr>
        <p:spPr>
          <a:xfrm>
            <a:off x="0" y="6560598"/>
            <a:ext cx="12192000" cy="297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95C003-BB85-7607-08AD-0CE9067FE433}"/>
              </a:ext>
            </a:extLst>
          </p:cNvPr>
          <p:cNvSpPr/>
          <p:nvPr userDrawn="1"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DB0F4-B778-FBB8-E420-376FADD4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41" y="171272"/>
            <a:ext cx="10515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34DBF-25FB-5579-FB5C-0094143DE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6982"/>
            <a:ext cx="10515600" cy="4809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4BDD5-B523-B963-5567-F97E1B780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9E31987-349F-D0F3-DDF7-2827D081825B}"/>
              </a:ext>
            </a:extLst>
          </p:cNvPr>
          <p:cNvSpPr txBox="1">
            <a:spLocks/>
          </p:cNvSpPr>
          <p:nvPr userDrawn="1"/>
        </p:nvSpPr>
        <p:spPr>
          <a:xfrm>
            <a:off x="9155835" y="65195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6"/>
                </a:solidFill>
                <a:latin typeface="HBS Graphik Office Regular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5880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Copyright © Leslie Perlow</a:t>
            </a:r>
          </a:p>
        </p:txBody>
      </p:sp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1C39ED7-28F2-8027-6D74-EF1789FC5119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769" y="6567138"/>
            <a:ext cx="1860812" cy="269865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6152AD2-066C-59D4-8695-707822C0A998}"/>
              </a:ext>
            </a:extLst>
          </p:cNvPr>
          <p:cNvSpPr txBox="1">
            <a:spLocks/>
          </p:cNvSpPr>
          <p:nvPr userDrawn="1"/>
        </p:nvSpPr>
        <p:spPr>
          <a:xfrm>
            <a:off x="568935" y="6508879"/>
            <a:ext cx="2429524" cy="272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6"/>
                </a:solidFill>
                <a:latin typeface="HBS Graphik Office Regular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BS Graphik Office Bold" pitchFamily="2" charset="0"/>
                <a:ea typeface="+mn-ea"/>
                <a:cs typeface="+mn-cs"/>
              </a:rPr>
              <a:t>HARVARD | BUSINESS | SCHOOL</a:t>
            </a:r>
          </a:p>
        </p:txBody>
      </p:sp>
    </p:spTree>
    <p:extLst>
      <p:ext uri="{BB962C8B-B14F-4D97-AF65-F5344CB8AC3E}">
        <p14:creationId xmlns:p14="http://schemas.microsoft.com/office/powerpoint/2010/main" val="255520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 Nova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 Nova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 Nova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 Nova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3" Type="http://schemas.openxmlformats.org/officeDocument/2006/relationships/image" Target="../media/image1.png"/>
<Relationship Id="rId2" Type="http://schemas.openxmlformats.org/officeDocument/2006/relationships/notesSlide" Target="../notesSlides/notesSlide1.xml"/>
<Relationship Id="rId1" Type="http://schemas.openxmlformats.org/officeDocument/2006/relationships/slideLayout" Target="../slideLayouts/slideLayout2.xml"/>
<Relationship Id="rId5" Type="http://schemas.openxmlformats.org/officeDocument/2006/relationships/image" Target="../media/image4.svg"/>
<Relationship Id="rId4" Type="http://schemas.openxmlformats.org/officeDocument/2006/relationships/image" Target="../media/image3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1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3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4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5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6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6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6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6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6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6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0059F47-E8D7-EBD1-DD45-03DC49546516}"/>
              </a:ext>
            </a:extLst>
          </p:cNvPr>
          <p:cNvSpPr/>
          <p:nvPr/>
        </p:nvSpPr>
        <p:spPr>
          <a:xfrm>
            <a:off x="-11020" y="-27083"/>
            <a:ext cx="12279220" cy="69029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Freeform: Shape 5">
            <a:extLst>
              <a:ext uri="{FF2B5EF4-FFF2-40B4-BE49-F238E27FC236}">
                <a16:creationId xmlns:a16="http://schemas.microsoft.com/office/drawing/2014/main" id="{557768B7-7440-B76A-F6DC-0FA8C6AEA3CC}"/>
              </a:ext>
            </a:extLst>
          </p:cNvPr>
          <p:cNvSpPr/>
          <p:nvPr/>
        </p:nvSpPr>
        <p:spPr>
          <a:xfrm>
            <a:off x="-6181" y="2937082"/>
            <a:ext cx="12274381" cy="3466343"/>
          </a:xfrm>
          <a:custGeom>
            <a:avLst/>
            <a:gdLst>
              <a:gd name="connsiteX0" fmla="*/ 0 w 12192001"/>
              <a:gd name="connsiteY0" fmla="*/ 0 h 3300095"/>
              <a:gd name="connsiteX1" fmla="*/ 12192002 w 12192001"/>
              <a:gd name="connsiteY1" fmla="*/ 0 h 3300095"/>
              <a:gd name="connsiteX2" fmla="*/ 12192002 w 12192001"/>
              <a:gd name="connsiteY2" fmla="*/ 3300095 h 3300095"/>
              <a:gd name="connsiteX3" fmla="*/ 0 w 12192001"/>
              <a:gd name="connsiteY3" fmla="*/ 3300095 h 330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1" h="3300095">
                <a:moveTo>
                  <a:pt x="0" y="0"/>
                </a:moveTo>
                <a:lnTo>
                  <a:pt x="12192002" y="0"/>
                </a:lnTo>
                <a:lnTo>
                  <a:pt x="12192002" y="3300095"/>
                </a:lnTo>
                <a:lnTo>
                  <a:pt x="0" y="3300095"/>
                </a:lnTo>
                <a:close/>
              </a:path>
            </a:pathLst>
          </a:custGeom>
          <a:solidFill>
            <a:srgbClr val="009BC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Freeform: Shape 128">
            <a:extLst>
              <a:ext uri="{FF2B5EF4-FFF2-40B4-BE49-F238E27FC236}">
                <a16:creationId xmlns:a16="http://schemas.microsoft.com/office/drawing/2014/main" id="{9604A559-FFA0-3059-B2AC-E23D8A84C200}"/>
              </a:ext>
            </a:extLst>
          </p:cNvPr>
          <p:cNvSpPr/>
          <p:nvPr/>
        </p:nvSpPr>
        <p:spPr>
          <a:xfrm>
            <a:off x="1373093" y="-38100"/>
            <a:ext cx="10895107" cy="5105400"/>
          </a:xfrm>
          <a:custGeom>
            <a:avLst/>
            <a:gdLst>
              <a:gd name="connsiteX0" fmla="*/ 0 w 7798182"/>
              <a:gd name="connsiteY0" fmla="*/ 0 h 4997577"/>
              <a:gd name="connsiteX1" fmla="*/ 7798182 w 7798182"/>
              <a:gd name="connsiteY1" fmla="*/ 0 h 4997577"/>
              <a:gd name="connsiteX2" fmla="*/ 7798182 w 7798182"/>
              <a:gd name="connsiteY2" fmla="*/ 4997577 h 4997577"/>
              <a:gd name="connsiteX3" fmla="*/ 0 w 7798182"/>
              <a:gd name="connsiteY3" fmla="*/ 4997577 h 499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82" h="4997577">
                <a:moveTo>
                  <a:pt x="0" y="0"/>
                </a:moveTo>
                <a:lnTo>
                  <a:pt x="7798182" y="0"/>
                </a:lnTo>
                <a:lnTo>
                  <a:pt x="7798182" y="4997577"/>
                </a:lnTo>
                <a:lnTo>
                  <a:pt x="0" y="4997577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2F5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F127C4C4-130B-5A85-6FF3-822258147552}"/>
              </a:ext>
            </a:extLst>
          </p:cNvPr>
          <p:cNvSpPr txBox="1"/>
          <p:nvPr/>
        </p:nvSpPr>
        <p:spPr>
          <a:xfrm>
            <a:off x="1959710" y="2071950"/>
            <a:ext cx="8311196" cy="16920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Crafting Your Life:</a:t>
            </a: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You Living Consistent</a:t>
            </a:r>
          </a:p>
          <a:p>
            <a:pPr marL="0" marR="0" lvl="0" indent="0" algn="l" defTabSz="914400" rtl="0" eaLnBrk="1" fontAlgn="auto" latinLnBrk="0" hangingPunct="1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With What Matters Most to You?</a:t>
            </a:r>
            <a:endParaRPr kumimoji="0" lang="en-GB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6" name="Picture 157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894EE06E-034D-B69F-142B-A58A1E60430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1459" y="454575"/>
            <a:ext cx="4137215" cy="600001"/>
          </a:xfrm>
          <a:prstGeom prst="rect">
            <a:avLst/>
          </a:prstGeom>
        </p:spPr>
      </p:pic>
      <p:sp>
        <p:nvSpPr>
          <p:cNvPr id="7" name="Freeform: Shape 127">
            <a:extLst>
              <a:ext uri="{FF2B5EF4-FFF2-40B4-BE49-F238E27FC236}">
                <a16:creationId xmlns:a16="http://schemas.microsoft.com/office/drawing/2014/main" id="{A45A7E30-0579-18A7-1BFC-2D9818A62E0B}"/>
              </a:ext>
            </a:extLst>
          </p:cNvPr>
          <p:cNvSpPr/>
          <p:nvPr/>
        </p:nvSpPr>
        <p:spPr>
          <a:xfrm>
            <a:off x="1362075" y="5955866"/>
            <a:ext cx="10906125" cy="919990"/>
          </a:xfrm>
          <a:custGeom>
            <a:avLst/>
            <a:gdLst>
              <a:gd name="connsiteX0" fmla="*/ 0 w 7798182"/>
              <a:gd name="connsiteY0" fmla="*/ 0 h 760349"/>
              <a:gd name="connsiteX1" fmla="*/ 7798182 w 7798182"/>
              <a:gd name="connsiteY1" fmla="*/ 0 h 760349"/>
              <a:gd name="connsiteX2" fmla="*/ 7798182 w 7798182"/>
              <a:gd name="connsiteY2" fmla="*/ 760349 h 760349"/>
              <a:gd name="connsiteX3" fmla="*/ 0 w 7798182"/>
              <a:gd name="connsiteY3" fmla="*/ 760349 h 760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98182" h="760349">
                <a:moveTo>
                  <a:pt x="0" y="0"/>
                </a:moveTo>
                <a:lnTo>
                  <a:pt x="7798182" y="0"/>
                </a:lnTo>
                <a:lnTo>
                  <a:pt x="7798182" y="760349"/>
                </a:lnTo>
                <a:lnTo>
                  <a:pt x="0" y="760349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159">
            <a:extLst>
              <a:ext uri="{FF2B5EF4-FFF2-40B4-BE49-F238E27FC236}">
                <a16:creationId xmlns:a16="http://schemas.microsoft.com/office/drawing/2014/main" id="{0589CB9F-BF41-6525-90B0-3AB46C48A233}"/>
              </a:ext>
            </a:extLst>
          </p:cNvPr>
          <p:cNvSpPr txBox="1"/>
          <p:nvPr/>
        </p:nvSpPr>
        <p:spPr>
          <a:xfrm>
            <a:off x="1959710" y="4094773"/>
            <a:ext cx="69677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Leslie Perlow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Konosuke Matsushita Professor of Leadership</a:t>
            </a:r>
          </a:p>
        </p:txBody>
      </p:sp>
      <p:sp>
        <p:nvSpPr>
          <p:cNvPr id="9" name="TextBox 160">
            <a:extLst>
              <a:ext uri="{FF2B5EF4-FFF2-40B4-BE49-F238E27FC236}">
                <a16:creationId xmlns:a16="http://schemas.microsoft.com/office/drawing/2014/main" id="{B293F3AB-D741-9049-FB94-B9076471A067}"/>
              </a:ext>
            </a:extLst>
          </p:cNvPr>
          <p:cNvSpPr txBox="1"/>
          <p:nvPr/>
        </p:nvSpPr>
        <p:spPr>
          <a:xfrm>
            <a:off x="1959710" y="6282738"/>
            <a:ext cx="164747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[DATE]</a:t>
            </a:r>
          </a:p>
        </p:txBody>
      </p:sp>
      <p:sp>
        <p:nvSpPr>
          <p:cNvPr id="10" name="Rectangle 161">
            <a:extLst>
              <a:ext uri="{FF2B5EF4-FFF2-40B4-BE49-F238E27FC236}">
                <a16:creationId xmlns:a16="http://schemas.microsoft.com/office/drawing/2014/main" id="{FE72FCF0-ACCF-59A0-1507-E138E087ED69}"/>
              </a:ext>
            </a:extLst>
          </p:cNvPr>
          <p:cNvSpPr/>
          <p:nvPr/>
        </p:nvSpPr>
        <p:spPr>
          <a:xfrm>
            <a:off x="8050686" y="6267350"/>
            <a:ext cx="310896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Leslie Perlow</a:t>
            </a:r>
          </a:p>
        </p:txBody>
      </p:sp>
      <p:pic>
        <p:nvPicPr>
          <p:cNvPr id="11" name="Graphic 162">
            <a:extLst>
              <a:ext uri="{FF2B5EF4-FFF2-40B4-BE49-F238E27FC236}">
                <a16:creationId xmlns:a16="http://schemas.microsoft.com/office/drawing/2014/main" id="{A3092989-FC8B-BACC-2F24-42633F401F0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380321" y="-76200"/>
            <a:ext cx="771525" cy="694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2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LIFE SATISFACTION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469804" y="2053129"/>
              <a:ext cx="10469144" cy="3354916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04" y="5408046"/>
              <a:ext cx="10469144" cy="0"/>
            </a:xfrm>
            <a:custGeom>
              <a:avLst/>
              <a:pathLst>
                <a:path w="10469144" h="0">
                  <a:moveTo>
                    <a:pt x="0" y="0"/>
                  </a:moveTo>
                  <a:lnTo>
                    <a:pt x="10469144" y="0"/>
                  </a:lnTo>
                  <a:lnTo>
                    <a:pt x="10469144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04" y="4188076"/>
              <a:ext cx="10469144" cy="0"/>
            </a:xfrm>
            <a:custGeom>
              <a:avLst/>
              <a:pathLst>
                <a:path w="10469144" h="0">
                  <a:moveTo>
                    <a:pt x="0" y="0"/>
                  </a:moveTo>
                  <a:lnTo>
                    <a:pt x="10469144" y="0"/>
                  </a:lnTo>
                  <a:lnTo>
                    <a:pt x="10469144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69804" y="2968106"/>
              <a:ext cx="10469144" cy="0"/>
            </a:xfrm>
            <a:custGeom>
              <a:avLst/>
              <a:pathLst>
                <a:path w="10469144" h="0">
                  <a:moveTo>
                    <a:pt x="0" y="0"/>
                  </a:moveTo>
                  <a:lnTo>
                    <a:pt x="10469144" y="0"/>
                  </a:lnTo>
                  <a:lnTo>
                    <a:pt x="10469144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342232" y="2966166"/>
              <a:ext cx="8637044" cy="2441855"/>
            </a:xfrm>
            <a:custGeom>
              <a:avLst/>
              <a:pathLst>
                <a:path w="8637044" h="2441855">
                  <a:moveTo>
                    <a:pt x="0" y="2441855"/>
                  </a:moveTo>
                  <a:lnTo>
                    <a:pt x="87242" y="2441834"/>
                  </a:lnTo>
                  <a:lnTo>
                    <a:pt x="174485" y="2441793"/>
                  </a:lnTo>
                  <a:lnTo>
                    <a:pt x="261728" y="2441722"/>
                  </a:lnTo>
                  <a:lnTo>
                    <a:pt x="348971" y="2441596"/>
                  </a:lnTo>
                  <a:lnTo>
                    <a:pt x="436214" y="2441384"/>
                  </a:lnTo>
                  <a:lnTo>
                    <a:pt x="523457" y="2441028"/>
                  </a:lnTo>
                  <a:lnTo>
                    <a:pt x="610700" y="2440456"/>
                  </a:lnTo>
                  <a:lnTo>
                    <a:pt x="697942" y="2439545"/>
                  </a:lnTo>
                  <a:lnTo>
                    <a:pt x="785185" y="2438143"/>
                  </a:lnTo>
                  <a:lnTo>
                    <a:pt x="872428" y="2436019"/>
                  </a:lnTo>
                  <a:lnTo>
                    <a:pt x="959671" y="2432889"/>
                  </a:lnTo>
                  <a:lnTo>
                    <a:pt x="1046914" y="2428369"/>
                  </a:lnTo>
                  <a:lnTo>
                    <a:pt x="1134157" y="2421992"/>
                  </a:lnTo>
                  <a:lnTo>
                    <a:pt x="1221400" y="2413198"/>
                  </a:lnTo>
                  <a:lnTo>
                    <a:pt x="1308643" y="2401310"/>
                  </a:lnTo>
                  <a:lnTo>
                    <a:pt x="1395885" y="2385626"/>
                  </a:lnTo>
                  <a:lnTo>
                    <a:pt x="1483128" y="2365285"/>
                  </a:lnTo>
                  <a:lnTo>
                    <a:pt x="1570371" y="2339566"/>
                  </a:lnTo>
                  <a:lnTo>
                    <a:pt x="1657614" y="2307525"/>
                  </a:lnTo>
                  <a:lnTo>
                    <a:pt x="1744857" y="2268617"/>
                  </a:lnTo>
                  <a:lnTo>
                    <a:pt x="1832100" y="2221992"/>
                  </a:lnTo>
                  <a:lnTo>
                    <a:pt x="1919343" y="2167499"/>
                  </a:lnTo>
                  <a:lnTo>
                    <a:pt x="2006586" y="2104634"/>
                  </a:lnTo>
                  <a:lnTo>
                    <a:pt x="2093828" y="2033774"/>
                  </a:lnTo>
                  <a:lnTo>
                    <a:pt x="2181071" y="1955059"/>
                  </a:lnTo>
                  <a:lnTo>
                    <a:pt x="2268314" y="1869419"/>
                  </a:lnTo>
                  <a:lnTo>
                    <a:pt x="2355557" y="1777768"/>
                  </a:lnTo>
                  <a:lnTo>
                    <a:pt x="2442800" y="1681577"/>
                  </a:lnTo>
                  <a:lnTo>
                    <a:pt x="2530043" y="1582421"/>
                  </a:lnTo>
                  <a:lnTo>
                    <a:pt x="2617286" y="1482118"/>
                  </a:lnTo>
                  <a:lnTo>
                    <a:pt x="2704529" y="1382516"/>
                  </a:lnTo>
                  <a:lnTo>
                    <a:pt x="2791771" y="1285370"/>
                  </a:lnTo>
                  <a:lnTo>
                    <a:pt x="2879014" y="1192175"/>
                  </a:lnTo>
                  <a:lnTo>
                    <a:pt x="2966257" y="1104075"/>
                  </a:lnTo>
                  <a:lnTo>
                    <a:pt x="3053500" y="1021597"/>
                  </a:lnTo>
                  <a:lnTo>
                    <a:pt x="3140743" y="944844"/>
                  </a:lnTo>
                  <a:lnTo>
                    <a:pt x="3227986" y="873134"/>
                  </a:lnTo>
                  <a:lnTo>
                    <a:pt x="3315229" y="805508"/>
                  </a:lnTo>
                  <a:lnTo>
                    <a:pt x="3402472" y="740456"/>
                  </a:lnTo>
                  <a:lnTo>
                    <a:pt x="3489714" y="676484"/>
                  </a:lnTo>
                  <a:lnTo>
                    <a:pt x="3576957" y="612132"/>
                  </a:lnTo>
                  <a:lnTo>
                    <a:pt x="3664200" y="546261"/>
                  </a:lnTo>
                  <a:lnTo>
                    <a:pt x="3751443" y="478377"/>
                  </a:lnTo>
                  <a:lnTo>
                    <a:pt x="3838686" y="408562"/>
                  </a:lnTo>
                  <a:lnTo>
                    <a:pt x="3925929" y="337748"/>
                  </a:lnTo>
                  <a:lnTo>
                    <a:pt x="4013172" y="267559"/>
                  </a:lnTo>
                  <a:lnTo>
                    <a:pt x="4100415" y="200208"/>
                  </a:lnTo>
                  <a:lnTo>
                    <a:pt x="4187657" y="138416"/>
                  </a:lnTo>
                  <a:lnTo>
                    <a:pt x="4274900" y="84964"/>
                  </a:lnTo>
                  <a:lnTo>
                    <a:pt x="4362143" y="42631"/>
                  </a:lnTo>
                  <a:lnTo>
                    <a:pt x="4449386" y="13762"/>
                  </a:lnTo>
                  <a:lnTo>
                    <a:pt x="4536629" y="0"/>
                  </a:lnTo>
                  <a:lnTo>
                    <a:pt x="4623872" y="2341"/>
                  </a:lnTo>
                  <a:lnTo>
                    <a:pt x="4711115" y="20475"/>
                  </a:lnTo>
                  <a:lnTo>
                    <a:pt x="4798357" y="53579"/>
                  </a:lnTo>
                  <a:lnTo>
                    <a:pt x="4885600" y="99334"/>
                  </a:lnTo>
                  <a:lnTo>
                    <a:pt x="4972843" y="155243"/>
                  </a:lnTo>
                  <a:lnTo>
                    <a:pt x="5060086" y="217717"/>
                  </a:lnTo>
                  <a:lnTo>
                    <a:pt x="5147329" y="283299"/>
                  </a:lnTo>
                  <a:lnTo>
                    <a:pt x="5234572" y="348334"/>
                  </a:lnTo>
                  <a:lnTo>
                    <a:pt x="5321815" y="409437"/>
                  </a:lnTo>
                  <a:lnTo>
                    <a:pt x="5409058" y="464015"/>
                  </a:lnTo>
                  <a:lnTo>
                    <a:pt x="5496300" y="509817"/>
                  </a:lnTo>
                  <a:lnTo>
                    <a:pt x="5583543" y="545892"/>
                  </a:lnTo>
                  <a:lnTo>
                    <a:pt x="5670786" y="571734"/>
                  </a:lnTo>
                  <a:lnTo>
                    <a:pt x="5758029" y="588047"/>
                  </a:lnTo>
                  <a:lnTo>
                    <a:pt x="5845272" y="595986"/>
                  </a:lnTo>
                  <a:lnTo>
                    <a:pt x="5932515" y="597431"/>
                  </a:lnTo>
                  <a:lnTo>
                    <a:pt x="6019758" y="594534"/>
                  </a:lnTo>
                  <a:lnTo>
                    <a:pt x="6107001" y="589597"/>
                  </a:lnTo>
                  <a:lnTo>
                    <a:pt x="6194243" y="584856"/>
                  </a:lnTo>
                  <a:lnTo>
                    <a:pt x="6281486" y="582301"/>
                  </a:lnTo>
                  <a:lnTo>
                    <a:pt x="6368729" y="583475"/>
                  </a:lnTo>
                  <a:lnTo>
                    <a:pt x="6455972" y="589586"/>
                  </a:lnTo>
                  <a:lnTo>
                    <a:pt x="6543215" y="601159"/>
                  </a:lnTo>
                  <a:lnTo>
                    <a:pt x="6630458" y="618566"/>
                  </a:lnTo>
                  <a:lnTo>
                    <a:pt x="6717701" y="641519"/>
                  </a:lnTo>
                  <a:lnTo>
                    <a:pt x="6804944" y="669917"/>
                  </a:lnTo>
                  <a:lnTo>
                    <a:pt x="6892186" y="703225"/>
                  </a:lnTo>
                  <a:lnTo>
                    <a:pt x="6979429" y="741376"/>
                  </a:lnTo>
                  <a:lnTo>
                    <a:pt x="7066672" y="784156"/>
                  </a:lnTo>
                  <a:lnTo>
                    <a:pt x="7153915" y="831882"/>
                  </a:lnTo>
                  <a:lnTo>
                    <a:pt x="7241158" y="884806"/>
                  </a:lnTo>
                  <a:lnTo>
                    <a:pt x="7328401" y="943538"/>
                  </a:lnTo>
                  <a:lnTo>
                    <a:pt x="7415644" y="1008467"/>
                  </a:lnTo>
                  <a:lnTo>
                    <a:pt x="7502887" y="1079986"/>
                  </a:lnTo>
                  <a:lnTo>
                    <a:pt x="7590129" y="1158065"/>
                  </a:lnTo>
                  <a:lnTo>
                    <a:pt x="7677372" y="1242328"/>
                  </a:lnTo>
                  <a:lnTo>
                    <a:pt x="7764615" y="1331934"/>
                  </a:lnTo>
                  <a:lnTo>
                    <a:pt x="7851858" y="1425566"/>
                  </a:lnTo>
                  <a:lnTo>
                    <a:pt x="7939101" y="1521613"/>
                  </a:lnTo>
                  <a:lnTo>
                    <a:pt x="8026344" y="1618183"/>
                  </a:lnTo>
                  <a:lnTo>
                    <a:pt x="8113587" y="1713323"/>
                  </a:lnTo>
                  <a:lnTo>
                    <a:pt x="8200830" y="1805242"/>
                  </a:lnTo>
                  <a:lnTo>
                    <a:pt x="8288072" y="1892199"/>
                  </a:lnTo>
                  <a:lnTo>
                    <a:pt x="8375315" y="1973080"/>
                  </a:lnTo>
                  <a:lnTo>
                    <a:pt x="8462558" y="2046724"/>
                  </a:lnTo>
                  <a:lnTo>
                    <a:pt x="8549801" y="2112885"/>
                  </a:lnTo>
                  <a:lnTo>
                    <a:pt x="8637044" y="2171124"/>
                  </a:lnTo>
                </a:path>
              </a:pathLst>
            </a:custGeom>
            <a:ln w="40651" cap="flat">
              <a:solidFill>
                <a:srgbClr val="8DDE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576805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5952564" y="2061121"/>
              <a:ext cx="1188026" cy="235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Avg. = 6.0</a:t>
              </a:r>
            </a:p>
          </p:txBody>
        </p:sp>
        <p:sp>
          <p:nvSpPr>
            <p:cNvPr id="12" name="pl11"/>
            <p:cNvSpPr/>
            <p:nvPr/>
          </p:nvSpPr>
          <p:spPr>
            <a:xfrm>
              <a:off x="1469804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804637" y="5313292"/>
              <a:ext cx="494357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804637" y="4093322"/>
              <a:ext cx="494357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804637" y="2873353"/>
              <a:ext cx="494357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16" name="pl15"/>
            <p:cNvSpPr/>
            <p:nvPr/>
          </p:nvSpPr>
          <p:spPr>
            <a:xfrm>
              <a:off x="1469804" y="5408046"/>
              <a:ext cx="10469144" cy="0"/>
            </a:xfrm>
            <a:custGeom>
              <a:avLst/>
              <a:pathLst>
                <a:path w="10469144" h="0">
                  <a:moveTo>
                    <a:pt x="0" y="0"/>
                  </a:moveTo>
                  <a:lnTo>
                    <a:pt x="10469144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2271601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3144030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016459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888887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761316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633745" y="5578235"/>
              <a:ext cx="141262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506173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378602" y="5581336"/>
              <a:ext cx="141262" cy="1793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251031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123460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925257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723475" y="6124116"/>
              <a:ext cx="1961802" cy="1881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Life Satisfaction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-141529" y="3612951"/>
              <a:ext cx="917525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LIFE SATISFACTION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483818" y="2053129"/>
              <a:ext cx="10455130" cy="3354916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83818" y="418807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83818" y="296810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355079" y="2966166"/>
              <a:ext cx="8625482" cy="2441855"/>
            </a:xfrm>
            <a:custGeom>
              <a:avLst/>
              <a:pathLst>
                <a:path w="8625482" h="2441855">
                  <a:moveTo>
                    <a:pt x="0" y="2441855"/>
                  </a:moveTo>
                  <a:lnTo>
                    <a:pt x="87126" y="2441834"/>
                  </a:lnTo>
                  <a:lnTo>
                    <a:pt x="174252" y="2441793"/>
                  </a:lnTo>
                  <a:lnTo>
                    <a:pt x="261378" y="2441722"/>
                  </a:lnTo>
                  <a:lnTo>
                    <a:pt x="348504" y="2441596"/>
                  </a:lnTo>
                  <a:lnTo>
                    <a:pt x="435630" y="2441384"/>
                  </a:lnTo>
                  <a:lnTo>
                    <a:pt x="522756" y="2441028"/>
                  </a:lnTo>
                  <a:lnTo>
                    <a:pt x="609882" y="2440456"/>
                  </a:lnTo>
                  <a:lnTo>
                    <a:pt x="697008" y="2439545"/>
                  </a:lnTo>
                  <a:lnTo>
                    <a:pt x="784134" y="2438143"/>
                  </a:lnTo>
                  <a:lnTo>
                    <a:pt x="871260" y="2436019"/>
                  </a:lnTo>
                  <a:lnTo>
                    <a:pt x="958386" y="2432889"/>
                  </a:lnTo>
                  <a:lnTo>
                    <a:pt x="1045513" y="2428369"/>
                  </a:lnTo>
                  <a:lnTo>
                    <a:pt x="1132639" y="2421992"/>
                  </a:lnTo>
                  <a:lnTo>
                    <a:pt x="1219765" y="2413198"/>
                  </a:lnTo>
                  <a:lnTo>
                    <a:pt x="1306891" y="2401310"/>
                  </a:lnTo>
                  <a:lnTo>
                    <a:pt x="1394017" y="2385626"/>
                  </a:lnTo>
                  <a:lnTo>
                    <a:pt x="1481143" y="2365285"/>
                  </a:lnTo>
                  <a:lnTo>
                    <a:pt x="1568269" y="2339566"/>
                  </a:lnTo>
                  <a:lnTo>
                    <a:pt x="1655395" y="2307525"/>
                  </a:lnTo>
                  <a:lnTo>
                    <a:pt x="1742521" y="2268617"/>
                  </a:lnTo>
                  <a:lnTo>
                    <a:pt x="1829647" y="2221992"/>
                  </a:lnTo>
                  <a:lnTo>
                    <a:pt x="1916773" y="2167499"/>
                  </a:lnTo>
                  <a:lnTo>
                    <a:pt x="2003899" y="2104634"/>
                  </a:lnTo>
                  <a:lnTo>
                    <a:pt x="2091026" y="2033774"/>
                  </a:lnTo>
                  <a:lnTo>
                    <a:pt x="2178152" y="1955059"/>
                  </a:lnTo>
                  <a:lnTo>
                    <a:pt x="2265278" y="1869419"/>
                  </a:lnTo>
                  <a:lnTo>
                    <a:pt x="2352404" y="1777768"/>
                  </a:lnTo>
                  <a:lnTo>
                    <a:pt x="2439530" y="1681577"/>
                  </a:lnTo>
                  <a:lnTo>
                    <a:pt x="2526656" y="1582421"/>
                  </a:lnTo>
                  <a:lnTo>
                    <a:pt x="2613782" y="1482118"/>
                  </a:lnTo>
                  <a:lnTo>
                    <a:pt x="2700908" y="1382516"/>
                  </a:lnTo>
                  <a:lnTo>
                    <a:pt x="2788034" y="1285370"/>
                  </a:lnTo>
                  <a:lnTo>
                    <a:pt x="2875160" y="1192175"/>
                  </a:lnTo>
                  <a:lnTo>
                    <a:pt x="2962286" y="1104075"/>
                  </a:lnTo>
                  <a:lnTo>
                    <a:pt x="3049412" y="1021597"/>
                  </a:lnTo>
                  <a:lnTo>
                    <a:pt x="3136539" y="944844"/>
                  </a:lnTo>
                  <a:lnTo>
                    <a:pt x="3223665" y="873134"/>
                  </a:lnTo>
                  <a:lnTo>
                    <a:pt x="3310791" y="805508"/>
                  </a:lnTo>
                  <a:lnTo>
                    <a:pt x="3397917" y="740456"/>
                  </a:lnTo>
                  <a:lnTo>
                    <a:pt x="3485043" y="676484"/>
                  </a:lnTo>
                  <a:lnTo>
                    <a:pt x="3572169" y="612132"/>
                  </a:lnTo>
                  <a:lnTo>
                    <a:pt x="3659295" y="546261"/>
                  </a:lnTo>
                  <a:lnTo>
                    <a:pt x="3746421" y="478377"/>
                  </a:lnTo>
                  <a:lnTo>
                    <a:pt x="3833547" y="408562"/>
                  </a:lnTo>
                  <a:lnTo>
                    <a:pt x="3920673" y="337748"/>
                  </a:lnTo>
                  <a:lnTo>
                    <a:pt x="4007799" y="267559"/>
                  </a:lnTo>
                  <a:lnTo>
                    <a:pt x="4094925" y="200208"/>
                  </a:lnTo>
                  <a:lnTo>
                    <a:pt x="4182052" y="138416"/>
                  </a:lnTo>
                  <a:lnTo>
                    <a:pt x="4269178" y="84964"/>
                  </a:lnTo>
                  <a:lnTo>
                    <a:pt x="4356304" y="42631"/>
                  </a:lnTo>
                  <a:lnTo>
                    <a:pt x="4443430" y="13762"/>
                  </a:lnTo>
                  <a:lnTo>
                    <a:pt x="4530556" y="0"/>
                  </a:lnTo>
                  <a:lnTo>
                    <a:pt x="4617682" y="2341"/>
                  </a:lnTo>
                  <a:lnTo>
                    <a:pt x="4704808" y="20475"/>
                  </a:lnTo>
                  <a:lnTo>
                    <a:pt x="4791934" y="53579"/>
                  </a:lnTo>
                  <a:lnTo>
                    <a:pt x="4879060" y="99334"/>
                  </a:lnTo>
                  <a:lnTo>
                    <a:pt x="4966186" y="155243"/>
                  </a:lnTo>
                  <a:lnTo>
                    <a:pt x="5053312" y="217717"/>
                  </a:lnTo>
                  <a:lnTo>
                    <a:pt x="5140438" y="283299"/>
                  </a:lnTo>
                  <a:lnTo>
                    <a:pt x="5227565" y="348334"/>
                  </a:lnTo>
                  <a:lnTo>
                    <a:pt x="5314691" y="409437"/>
                  </a:lnTo>
                  <a:lnTo>
                    <a:pt x="5401817" y="464015"/>
                  </a:lnTo>
                  <a:lnTo>
                    <a:pt x="5488943" y="509817"/>
                  </a:lnTo>
                  <a:lnTo>
                    <a:pt x="5576069" y="545892"/>
                  </a:lnTo>
                  <a:lnTo>
                    <a:pt x="5663195" y="571734"/>
                  </a:lnTo>
                  <a:lnTo>
                    <a:pt x="5750321" y="588047"/>
                  </a:lnTo>
                  <a:lnTo>
                    <a:pt x="5837447" y="595986"/>
                  </a:lnTo>
                  <a:lnTo>
                    <a:pt x="5924573" y="597431"/>
                  </a:lnTo>
                  <a:lnTo>
                    <a:pt x="6011699" y="594534"/>
                  </a:lnTo>
                  <a:lnTo>
                    <a:pt x="6098825" y="589597"/>
                  </a:lnTo>
                  <a:lnTo>
                    <a:pt x="6185951" y="584856"/>
                  </a:lnTo>
                  <a:lnTo>
                    <a:pt x="6273078" y="582301"/>
                  </a:lnTo>
                  <a:lnTo>
                    <a:pt x="6360204" y="583475"/>
                  </a:lnTo>
                  <a:lnTo>
                    <a:pt x="6447330" y="589586"/>
                  </a:lnTo>
                  <a:lnTo>
                    <a:pt x="6534456" y="601159"/>
                  </a:lnTo>
                  <a:lnTo>
                    <a:pt x="6621582" y="618566"/>
                  </a:lnTo>
                  <a:lnTo>
                    <a:pt x="6708708" y="641519"/>
                  </a:lnTo>
                  <a:lnTo>
                    <a:pt x="6795834" y="669917"/>
                  </a:lnTo>
                  <a:lnTo>
                    <a:pt x="6882960" y="703225"/>
                  </a:lnTo>
                  <a:lnTo>
                    <a:pt x="6970086" y="741376"/>
                  </a:lnTo>
                  <a:lnTo>
                    <a:pt x="7057212" y="784156"/>
                  </a:lnTo>
                  <a:lnTo>
                    <a:pt x="7144338" y="831882"/>
                  </a:lnTo>
                  <a:lnTo>
                    <a:pt x="7231464" y="884806"/>
                  </a:lnTo>
                  <a:lnTo>
                    <a:pt x="7318591" y="943538"/>
                  </a:lnTo>
                  <a:lnTo>
                    <a:pt x="7405717" y="1008467"/>
                  </a:lnTo>
                  <a:lnTo>
                    <a:pt x="7492843" y="1079986"/>
                  </a:lnTo>
                  <a:lnTo>
                    <a:pt x="7579969" y="1158065"/>
                  </a:lnTo>
                  <a:lnTo>
                    <a:pt x="7667095" y="1242328"/>
                  </a:lnTo>
                  <a:lnTo>
                    <a:pt x="7754221" y="1331934"/>
                  </a:lnTo>
                  <a:lnTo>
                    <a:pt x="7841347" y="1425566"/>
                  </a:lnTo>
                  <a:lnTo>
                    <a:pt x="7928473" y="1521613"/>
                  </a:lnTo>
                  <a:lnTo>
                    <a:pt x="8015599" y="1618183"/>
                  </a:lnTo>
                  <a:lnTo>
                    <a:pt x="8102725" y="1713323"/>
                  </a:lnTo>
                  <a:lnTo>
                    <a:pt x="8189851" y="1805242"/>
                  </a:lnTo>
                  <a:lnTo>
                    <a:pt x="8276977" y="1892199"/>
                  </a:lnTo>
                  <a:lnTo>
                    <a:pt x="8364104" y="1973080"/>
                  </a:lnTo>
                  <a:lnTo>
                    <a:pt x="8451230" y="2046724"/>
                  </a:lnTo>
                  <a:lnTo>
                    <a:pt x="8538356" y="2112885"/>
                  </a:lnTo>
                  <a:lnTo>
                    <a:pt x="8625482" y="2171124"/>
                  </a:lnTo>
                </a:path>
              </a:pathLst>
            </a:custGeom>
            <a:ln w="40651" cap="flat">
              <a:solidFill>
                <a:srgbClr val="8DDE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582644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5958987" y="2061121"/>
              <a:ext cx="1188026" cy="235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Avg. = 6.0</a:t>
              </a:r>
            </a:p>
          </p:txBody>
        </p:sp>
        <p:sp>
          <p:nvSpPr>
            <p:cNvPr id="12" name="pl11"/>
            <p:cNvSpPr/>
            <p:nvPr/>
          </p:nvSpPr>
          <p:spPr>
            <a:xfrm>
              <a:off x="1483818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945900" y="5306719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804637" y="4086749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804637" y="2866779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6" name="pl15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2284448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3155709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026970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898230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769491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640752" y="5578235"/>
              <a:ext cx="141262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512013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383274" y="5581336"/>
              <a:ext cx="141262" cy="1793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254535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125795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926425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730482" y="6124116"/>
              <a:ext cx="1961802" cy="1881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Life Satisfaction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-141529" y="3612951"/>
              <a:ext cx="917525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</p:grpSp>
      <p:grpSp xmlns:pic="http://schemas.openxmlformats.org/drawingml/2006/picture">
        <p:nvGrpSpPr>
          <p:cNvPr id="30" name=""/>
          <p:cNvGrpSpPr/>
          <p:nvPr/>
        </p:nvGrpSpPr>
        <p:grpSpPr>
          <a:xfrm>
            <a:off x="0" y="914400"/>
            <a:ext cx="12192000" cy="6858000"/>
            <a:chOff x="0" y="914400"/>
            <a:chExt cx="12192000" cy="6858000"/>
          </a:xfrm>
        </p:grpSpPr>
        <p:sp>
          <p:nvSpPr>
            <p:cNvPr id="31" name="rc3"/>
            <p:cNvSpPr/>
            <p:nvPr/>
          </p:nvSpPr>
          <p:spPr>
            <a:xfrm>
              <a:off x="9896642" y="1094399"/>
              <a:ext cx="2115357" cy="451636"/>
            </a:xfrm>
            <a:prstGeom prst="rect">
              <a:avLst/>
            </a:prstGeom>
            <a:solidFill>
              <a:srgbClr val="97E2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tx4"/>
            <p:cNvSpPr/>
            <p:nvPr/>
          </p:nvSpPr>
          <p:spPr>
            <a:xfrm>
              <a:off x="10112642" y="1187500"/>
              <a:ext cx="1683357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45C3C">
                      <a:alpha val="100000"/>
                    </a:srgbClr>
                  </a:solidFill>
                  <a:latin typeface="Arial"/>
                  <a:cs typeface="Arial"/>
                </a:rPr>
                <a:t>HBS  Avg. = 5.9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LIFE SATISFACTION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483818" y="2053129"/>
              <a:ext cx="10455130" cy="3354916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83818" y="418807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83818" y="296810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355079" y="2966166"/>
              <a:ext cx="8625482" cy="2441855"/>
            </a:xfrm>
            <a:custGeom>
              <a:avLst/>
              <a:pathLst>
                <a:path w="8625482" h="2441855">
                  <a:moveTo>
                    <a:pt x="0" y="2441855"/>
                  </a:moveTo>
                  <a:lnTo>
                    <a:pt x="87126" y="2441834"/>
                  </a:lnTo>
                  <a:lnTo>
                    <a:pt x="174252" y="2441793"/>
                  </a:lnTo>
                  <a:lnTo>
                    <a:pt x="261378" y="2441722"/>
                  </a:lnTo>
                  <a:lnTo>
                    <a:pt x="348504" y="2441596"/>
                  </a:lnTo>
                  <a:lnTo>
                    <a:pt x="435630" y="2441384"/>
                  </a:lnTo>
                  <a:lnTo>
                    <a:pt x="522756" y="2441028"/>
                  </a:lnTo>
                  <a:lnTo>
                    <a:pt x="609882" y="2440456"/>
                  </a:lnTo>
                  <a:lnTo>
                    <a:pt x="697008" y="2439545"/>
                  </a:lnTo>
                  <a:lnTo>
                    <a:pt x="784134" y="2438143"/>
                  </a:lnTo>
                  <a:lnTo>
                    <a:pt x="871260" y="2436019"/>
                  </a:lnTo>
                  <a:lnTo>
                    <a:pt x="958386" y="2432889"/>
                  </a:lnTo>
                  <a:lnTo>
                    <a:pt x="1045513" y="2428369"/>
                  </a:lnTo>
                  <a:lnTo>
                    <a:pt x="1132639" y="2421992"/>
                  </a:lnTo>
                  <a:lnTo>
                    <a:pt x="1219765" y="2413198"/>
                  </a:lnTo>
                  <a:lnTo>
                    <a:pt x="1306891" y="2401310"/>
                  </a:lnTo>
                  <a:lnTo>
                    <a:pt x="1394017" y="2385626"/>
                  </a:lnTo>
                  <a:lnTo>
                    <a:pt x="1481143" y="2365285"/>
                  </a:lnTo>
                  <a:lnTo>
                    <a:pt x="1568269" y="2339566"/>
                  </a:lnTo>
                  <a:lnTo>
                    <a:pt x="1655395" y="2307525"/>
                  </a:lnTo>
                  <a:lnTo>
                    <a:pt x="1742521" y="2268617"/>
                  </a:lnTo>
                  <a:lnTo>
                    <a:pt x="1829647" y="2221992"/>
                  </a:lnTo>
                  <a:lnTo>
                    <a:pt x="1916773" y="2167499"/>
                  </a:lnTo>
                  <a:lnTo>
                    <a:pt x="2003899" y="2104634"/>
                  </a:lnTo>
                  <a:lnTo>
                    <a:pt x="2091026" y="2033774"/>
                  </a:lnTo>
                  <a:lnTo>
                    <a:pt x="2178152" y="1955059"/>
                  </a:lnTo>
                  <a:lnTo>
                    <a:pt x="2265278" y="1869419"/>
                  </a:lnTo>
                  <a:lnTo>
                    <a:pt x="2352404" y="1777768"/>
                  </a:lnTo>
                  <a:lnTo>
                    <a:pt x="2439530" y="1681577"/>
                  </a:lnTo>
                  <a:lnTo>
                    <a:pt x="2526656" y="1582421"/>
                  </a:lnTo>
                  <a:lnTo>
                    <a:pt x="2613782" y="1482118"/>
                  </a:lnTo>
                  <a:lnTo>
                    <a:pt x="2700908" y="1382516"/>
                  </a:lnTo>
                  <a:lnTo>
                    <a:pt x="2788034" y="1285370"/>
                  </a:lnTo>
                  <a:lnTo>
                    <a:pt x="2875160" y="1192175"/>
                  </a:lnTo>
                  <a:lnTo>
                    <a:pt x="2962286" y="1104075"/>
                  </a:lnTo>
                  <a:lnTo>
                    <a:pt x="3049412" y="1021597"/>
                  </a:lnTo>
                  <a:lnTo>
                    <a:pt x="3136539" y="944844"/>
                  </a:lnTo>
                  <a:lnTo>
                    <a:pt x="3223665" y="873134"/>
                  </a:lnTo>
                  <a:lnTo>
                    <a:pt x="3310791" y="805508"/>
                  </a:lnTo>
                  <a:lnTo>
                    <a:pt x="3397917" y="740456"/>
                  </a:lnTo>
                  <a:lnTo>
                    <a:pt x="3485043" y="676484"/>
                  </a:lnTo>
                  <a:lnTo>
                    <a:pt x="3572169" y="612132"/>
                  </a:lnTo>
                  <a:lnTo>
                    <a:pt x="3659295" y="546261"/>
                  </a:lnTo>
                  <a:lnTo>
                    <a:pt x="3746421" y="478377"/>
                  </a:lnTo>
                  <a:lnTo>
                    <a:pt x="3833547" y="408562"/>
                  </a:lnTo>
                  <a:lnTo>
                    <a:pt x="3920673" y="337748"/>
                  </a:lnTo>
                  <a:lnTo>
                    <a:pt x="4007799" y="267559"/>
                  </a:lnTo>
                  <a:lnTo>
                    <a:pt x="4094925" y="200208"/>
                  </a:lnTo>
                  <a:lnTo>
                    <a:pt x="4182052" y="138416"/>
                  </a:lnTo>
                  <a:lnTo>
                    <a:pt x="4269178" y="84964"/>
                  </a:lnTo>
                  <a:lnTo>
                    <a:pt x="4356304" y="42631"/>
                  </a:lnTo>
                  <a:lnTo>
                    <a:pt x="4443430" y="13762"/>
                  </a:lnTo>
                  <a:lnTo>
                    <a:pt x="4530556" y="0"/>
                  </a:lnTo>
                  <a:lnTo>
                    <a:pt x="4617682" y="2341"/>
                  </a:lnTo>
                  <a:lnTo>
                    <a:pt x="4704808" y="20475"/>
                  </a:lnTo>
                  <a:lnTo>
                    <a:pt x="4791934" y="53579"/>
                  </a:lnTo>
                  <a:lnTo>
                    <a:pt x="4879060" y="99334"/>
                  </a:lnTo>
                  <a:lnTo>
                    <a:pt x="4966186" y="155243"/>
                  </a:lnTo>
                  <a:lnTo>
                    <a:pt x="5053312" y="217717"/>
                  </a:lnTo>
                  <a:lnTo>
                    <a:pt x="5140438" y="283299"/>
                  </a:lnTo>
                  <a:lnTo>
                    <a:pt x="5227565" y="348334"/>
                  </a:lnTo>
                  <a:lnTo>
                    <a:pt x="5314691" y="409437"/>
                  </a:lnTo>
                  <a:lnTo>
                    <a:pt x="5401817" y="464015"/>
                  </a:lnTo>
                  <a:lnTo>
                    <a:pt x="5488943" y="509817"/>
                  </a:lnTo>
                  <a:lnTo>
                    <a:pt x="5576069" y="545892"/>
                  </a:lnTo>
                  <a:lnTo>
                    <a:pt x="5663195" y="571734"/>
                  </a:lnTo>
                  <a:lnTo>
                    <a:pt x="5750321" y="588047"/>
                  </a:lnTo>
                  <a:lnTo>
                    <a:pt x="5837447" y="595986"/>
                  </a:lnTo>
                  <a:lnTo>
                    <a:pt x="5924573" y="597431"/>
                  </a:lnTo>
                  <a:lnTo>
                    <a:pt x="6011699" y="594534"/>
                  </a:lnTo>
                  <a:lnTo>
                    <a:pt x="6098825" y="589597"/>
                  </a:lnTo>
                  <a:lnTo>
                    <a:pt x="6185951" y="584856"/>
                  </a:lnTo>
                  <a:lnTo>
                    <a:pt x="6273078" y="582301"/>
                  </a:lnTo>
                  <a:lnTo>
                    <a:pt x="6360204" y="583475"/>
                  </a:lnTo>
                  <a:lnTo>
                    <a:pt x="6447330" y="589586"/>
                  </a:lnTo>
                  <a:lnTo>
                    <a:pt x="6534456" y="601159"/>
                  </a:lnTo>
                  <a:lnTo>
                    <a:pt x="6621582" y="618566"/>
                  </a:lnTo>
                  <a:lnTo>
                    <a:pt x="6708708" y="641519"/>
                  </a:lnTo>
                  <a:lnTo>
                    <a:pt x="6795834" y="669917"/>
                  </a:lnTo>
                  <a:lnTo>
                    <a:pt x="6882960" y="703225"/>
                  </a:lnTo>
                  <a:lnTo>
                    <a:pt x="6970086" y="741376"/>
                  </a:lnTo>
                  <a:lnTo>
                    <a:pt x="7057212" y="784156"/>
                  </a:lnTo>
                  <a:lnTo>
                    <a:pt x="7144338" y="831882"/>
                  </a:lnTo>
                  <a:lnTo>
                    <a:pt x="7231464" y="884806"/>
                  </a:lnTo>
                  <a:lnTo>
                    <a:pt x="7318591" y="943538"/>
                  </a:lnTo>
                  <a:lnTo>
                    <a:pt x="7405717" y="1008467"/>
                  </a:lnTo>
                  <a:lnTo>
                    <a:pt x="7492843" y="1079986"/>
                  </a:lnTo>
                  <a:lnTo>
                    <a:pt x="7579969" y="1158065"/>
                  </a:lnTo>
                  <a:lnTo>
                    <a:pt x="7667095" y="1242328"/>
                  </a:lnTo>
                  <a:lnTo>
                    <a:pt x="7754221" y="1331934"/>
                  </a:lnTo>
                  <a:lnTo>
                    <a:pt x="7841347" y="1425566"/>
                  </a:lnTo>
                  <a:lnTo>
                    <a:pt x="7928473" y="1521613"/>
                  </a:lnTo>
                  <a:lnTo>
                    <a:pt x="8015599" y="1618183"/>
                  </a:lnTo>
                  <a:lnTo>
                    <a:pt x="8102725" y="1713323"/>
                  </a:lnTo>
                  <a:lnTo>
                    <a:pt x="8189851" y="1805242"/>
                  </a:lnTo>
                  <a:lnTo>
                    <a:pt x="8276977" y="1892199"/>
                  </a:lnTo>
                  <a:lnTo>
                    <a:pt x="8364104" y="1973080"/>
                  </a:lnTo>
                  <a:lnTo>
                    <a:pt x="8451230" y="2046724"/>
                  </a:lnTo>
                  <a:lnTo>
                    <a:pt x="8538356" y="2112885"/>
                  </a:lnTo>
                  <a:lnTo>
                    <a:pt x="8625482" y="2171124"/>
                  </a:lnTo>
                </a:path>
              </a:pathLst>
            </a:custGeom>
            <a:ln w="40651" cap="flat">
              <a:solidFill>
                <a:srgbClr val="8DDE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582644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5958987" y="2061121"/>
              <a:ext cx="1188026" cy="235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Avg. = 6.0</a:t>
              </a:r>
            </a:p>
          </p:txBody>
        </p:sp>
        <p:sp>
          <p:nvSpPr>
            <p:cNvPr id="12" name="pl11"/>
            <p:cNvSpPr/>
            <p:nvPr/>
          </p:nvSpPr>
          <p:spPr>
            <a:xfrm>
              <a:off x="1483818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945900" y="5306719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804637" y="4086749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804637" y="2866779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6" name="pl15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2284448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3155709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026970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898230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769491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640752" y="5578235"/>
              <a:ext cx="141262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512013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383274" y="5581336"/>
              <a:ext cx="141262" cy="1793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254535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125795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926425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730482" y="6124116"/>
              <a:ext cx="1961802" cy="1881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Life Satisfaction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-141529" y="3612951"/>
              <a:ext cx="917525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</p:grpSp>
      <p:grpSp xmlns:pic="http://schemas.openxmlformats.org/drawingml/2006/picture">
        <p:nvGrpSpPr>
          <p:cNvPr id="30" name=""/>
          <p:cNvGrpSpPr/>
          <p:nvPr/>
        </p:nvGrpSpPr>
        <p:grpSpPr>
          <a:xfrm>
            <a:off x="0" y="914400"/>
            <a:ext cx="12192000" cy="6858000"/>
            <a:chOff x="0" y="914400"/>
            <a:chExt cx="12192000" cy="6858000"/>
          </a:xfrm>
        </p:grpSpPr>
        <p:sp>
          <p:nvSpPr>
            <p:cNvPr id="31" name="rc3"/>
            <p:cNvSpPr/>
            <p:nvPr/>
          </p:nvSpPr>
          <p:spPr>
            <a:xfrm>
              <a:off x="9071204" y="1094399"/>
              <a:ext cx="2940795" cy="780820"/>
            </a:xfrm>
            <a:prstGeom prst="rect">
              <a:avLst/>
            </a:prstGeom>
            <a:solidFill>
              <a:srgbClr val="97E2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tx4"/>
            <p:cNvSpPr/>
            <p:nvPr/>
          </p:nvSpPr>
          <p:spPr>
            <a:xfrm>
              <a:off x="9287204" y="1187500"/>
              <a:ext cx="2508795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45C3C">
                      <a:alpha val="100000"/>
                    </a:srgbClr>
                  </a:solidFill>
                  <a:latin typeface="Arial"/>
                  <a:cs typeface="Arial"/>
                </a:rPr>
                <a:t>HBS Women Avg. = 5.9</a:t>
              </a:r>
            </a:p>
          </p:txBody>
        </p:sp>
        <p:sp>
          <p:nvSpPr>
            <p:cNvPr id="33" name="tx5"/>
            <p:cNvSpPr/>
            <p:nvPr/>
          </p:nvSpPr>
          <p:spPr>
            <a:xfrm>
              <a:off x="9471323" y="1516684"/>
              <a:ext cx="2140557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45C3C">
                      <a:alpha val="100000"/>
                    </a:srgbClr>
                  </a:solidFill>
                  <a:latin typeface="Arial"/>
                  <a:cs typeface="Arial"/>
                </a:rPr>
                <a:t>HBS Men Avg. = 6.0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IMPORTANCE OF JAM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473305"/>
              <a:ext cx="9949027" cy="403912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83924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16605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92867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81968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1464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47330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514137" y="1809899"/>
              <a:ext cx="21763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5623208" y="1809899"/>
              <a:ext cx="21763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732280" y="1809899"/>
              <a:ext cx="21763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3367263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476334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9585405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736869" y="1473305"/>
              <a:ext cx="0" cy="4039125"/>
            </a:xfrm>
            <a:custGeom>
              <a:avLst/>
              <a:pathLst>
                <a:path w="0" h="4039125">
                  <a:moveTo>
                    <a:pt x="0" y="4039125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19"/>
            <p:cNvSpPr/>
            <p:nvPr/>
          </p:nvSpPr>
          <p:spPr>
            <a:xfrm>
              <a:off x="1198951" y="5411103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057688" y="473791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057688" y="406472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057688" y="3391540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057688" y="271835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1057688" y="20451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57688" y="137197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3383473" y="5629785"/>
              <a:ext cx="437678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920858" y="5680263"/>
              <a:ext cx="1581050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Achievement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860761" y="5626685"/>
              <a:ext cx="1919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Meaningfulness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-581459" y="3373681"/>
              <a:ext cx="2300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% High Importance</a:t>
              </a:r>
            </a:p>
          </p:txBody>
        </p:sp>
        <p:sp>
          <p:nvSpPr>
            <p:cNvPr id="32" name="rc31"/>
            <p:cNvSpPr/>
            <p:nvPr/>
          </p:nvSpPr>
          <p:spPr>
            <a:xfrm>
              <a:off x="6610655" y="6193216"/>
              <a:ext cx="201455" cy="20145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1736869" y="1150763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IMPORTANCE OF JAM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473305"/>
              <a:ext cx="9949027" cy="403912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83924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16605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92867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81968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1464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47330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436410" y="1809899"/>
              <a:ext cx="1088174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5545482" y="1809899"/>
              <a:ext cx="1088174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654553" y="1809899"/>
              <a:ext cx="1088174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680039" y="5512430"/>
              <a:ext cx="1088174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6789110" y="5512430"/>
              <a:ext cx="1088174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9898181" y="5512430"/>
              <a:ext cx="1088174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745448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854520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963591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2" name="pl21"/>
            <p:cNvSpPr/>
            <p:nvPr/>
          </p:nvSpPr>
          <p:spPr>
            <a:xfrm>
              <a:off x="1736869" y="1473305"/>
              <a:ext cx="0" cy="4039125"/>
            </a:xfrm>
            <a:custGeom>
              <a:avLst/>
              <a:pathLst>
                <a:path w="0" h="4039125">
                  <a:moveTo>
                    <a:pt x="0" y="4039125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1198951" y="5411103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057688" y="473791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1057688" y="406472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57688" y="3391540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57688" y="271835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57688" y="20451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057688" y="137197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30" name="pl29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3383473" y="5629785"/>
              <a:ext cx="437678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920858" y="5680263"/>
              <a:ext cx="1581050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Achievement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8860761" y="5626685"/>
              <a:ext cx="1919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Meaningfulness</a:t>
              </a:r>
            </a:p>
          </p:txBody>
        </p:sp>
        <p:sp>
          <p:nvSpPr>
            <p:cNvPr id="34" name="tx33"/>
            <p:cNvSpPr/>
            <p:nvPr/>
          </p:nvSpPr>
          <p:spPr>
            <a:xfrm rot="-5400000">
              <a:off x="-581459" y="3373681"/>
              <a:ext cx="2300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% High Importance</a:t>
              </a:r>
            </a:p>
          </p:txBody>
        </p:sp>
        <p:sp>
          <p:nvSpPr>
            <p:cNvPr id="35" name="rc34"/>
            <p:cNvSpPr/>
            <p:nvPr/>
          </p:nvSpPr>
          <p:spPr>
            <a:xfrm>
              <a:off x="6610655" y="6193216"/>
              <a:ext cx="201455" cy="20145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1736869" y="1150763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IMPORTANCE OF JAM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473305"/>
              <a:ext cx="9949027" cy="403912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83924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16605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92867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81968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1464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47330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436410" y="1809899"/>
              <a:ext cx="1088174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5545482" y="1809899"/>
              <a:ext cx="1088174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654553" y="1809899"/>
              <a:ext cx="1088174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680039" y="1742580"/>
              <a:ext cx="1088174" cy="376985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6789110" y="1675261"/>
              <a:ext cx="1088174" cy="3837169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9898181" y="1877217"/>
              <a:ext cx="1088174" cy="363521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745448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854520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963591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989077" y="353380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56%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098148" y="3500147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0207219" y="3601125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25" name="pl24"/>
            <p:cNvSpPr/>
            <p:nvPr/>
          </p:nvSpPr>
          <p:spPr>
            <a:xfrm>
              <a:off x="1736869" y="1473305"/>
              <a:ext cx="0" cy="4039125"/>
            </a:xfrm>
            <a:custGeom>
              <a:avLst/>
              <a:pathLst>
                <a:path w="0" h="4039125">
                  <a:moveTo>
                    <a:pt x="0" y="4039125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1198951" y="5411103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57688" y="473791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57688" y="406472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057688" y="3391540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057688" y="271835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057688" y="20451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057688" y="137197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33" name="pl32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3"/>
            <p:cNvSpPr/>
            <p:nvPr/>
          </p:nvSpPr>
          <p:spPr>
            <a:xfrm>
              <a:off x="3383473" y="5629785"/>
              <a:ext cx="437678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920858" y="5680263"/>
              <a:ext cx="1581050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Achievement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8860761" y="5626685"/>
              <a:ext cx="1919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Meaningfulness</a:t>
              </a:r>
            </a:p>
          </p:txBody>
        </p:sp>
        <p:sp>
          <p:nvSpPr>
            <p:cNvPr id="37" name="tx36"/>
            <p:cNvSpPr/>
            <p:nvPr/>
          </p:nvSpPr>
          <p:spPr>
            <a:xfrm rot="-5400000">
              <a:off x="-581459" y="3373681"/>
              <a:ext cx="2300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% High Importance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5939054" y="6193216"/>
              <a:ext cx="201456" cy="20145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764667" y="6193216"/>
              <a:ext cx="201455" cy="201456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6238078" y="6218835"/>
              <a:ext cx="429021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063691" y="6216156"/>
              <a:ext cx="429021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1736869" y="1150763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IMPORTANCE OF JAM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473305"/>
              <a:ext cx="9949027" cy="403912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83924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16605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92867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81968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1464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47330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410502" y="1809899"/>
              <a:ext cx="7254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5519573" y="1809899"/>
              <a:ext cx="7254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628644" y="1809899"/>
              <a:ext cx="7254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239587" y="5512430"/>
              <a:ext cx="7254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4068673" y="5512430"/>
              <a:ext cx="7254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6348658" y="5512430"/>
              <a:ext cx="7254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7177744" y="5512430"/>
              <a:ext cx="7254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9457730" y="5512430"/>
              <a:ext cx="7254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0286815" y="5512430"/>
              <a:ext cx="7254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2538177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647248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756319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5" name="pl24"/>
            <p:cNvSpPr/>
            <p:nvPr/>
          </p:nvSpPr>
          <p:spPr>
            <a:xfrm>
              <a:off x="1736869" y="1473305"/>
              <a:ext cx="0" cy="4039125"/>
            </a:xfrm>
            <a:custGeom>
              <a:avLst/>
              <a:pathLst>
                <a:path w="0" h="4039125">
                  <a:moveTo>
                    <a:pt x="0" y="4039125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1198951" y="5411103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57688" y="473791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57688" y="406472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057688" y="3391540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057688" y="271835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057688" y="20451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057688" y="137197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33" name="pl32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3"/>
            <p:cNvSpPr/>
            <p:nvPr/>
          </p:nvSpPr>
          <p:spPr>
            <a:xfrm>
              <a:off x="3383473" y="5629785"/>
              <a:ext cx="437678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920858" y="5680263"/>
              <a:ext cx="1581050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Achievement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8860761" y="5626685"/>
              <a:ext cx="1919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Meaningfulness</a:t>
              </a:r>
            </a:p>
          </p:txBody>
        </p:sp>
        <p:sp>
          <p:nvSpPr>
            <p:cNvPr id="37" name="tx36"/>
            <p:cNvSpPr/>
            <p:nvPr/>
          </p:nvSpPr>
          <p:spPr>
            <a:xfrm rot="-5400000">
              <a:off x="-581459" y="3373681"/>
              <a:ext cx="2300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% High Importance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6610655" y="6193216"/>
              <a:ext cx="201455" cy="20145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1736869" y="1150763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IMPORTANCE OF JAM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473305"/>
              <a:ext cx="9949027" cy="403912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83924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16605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92867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81968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1464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47330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410502" y="1809899"/>
              <a:ext cx="7254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5519573" y="1809899"/>
              <a:ext cx="7254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628644" y="1809899"/>
              <a:ext cx="7254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239587" y="1742580"/>
              <a:ext cx="725449" cy="376985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6348658" y="1675261"/>
              <a:ext cx="725449" cy="3837169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9457730" y="1809899"/>
              <a:ext cx="725449" cy="370253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4068673" y="5512430"/>
              <a:ext cx="7254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7177744" y="5512430"/>
              <a:ext cx="7254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0286815" y="5512430"/>
              <a:ext cx="7254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2538177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647248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756319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367263" y="353380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56%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6476334" y="3500147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585405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8" name="pl27"/>
            <p:cNvSpPr/>
            <p:nvPr/>
          </p:nvSpPr>
          <p:spPr>
            <a:xfrm>
              <a:off x="1736869" y="1473305"/>
              <a:ext cx="0" cy="4039125"/>
            </a:xfrm>
            <a:custGeom>
              <a:avLst/>
              <a:pathLst>
                <a:path w="0" h="4039125">
                  <a:moveTo>
                    <a:pt x="0" y="4039125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1198951" y="5411103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057688" y="473791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057688" y="406472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057688" y="3391540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057688" y="271835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57688" y="20451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057688" y="137197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36" name="pl3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3383473" y="5629785"/>
              <a:ext cx="437678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5920858" y="5680263"/>
              <a:ext cx="1581050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Achievement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8860761" y="5626685"/>
              <a:ext cx="1919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Meaningfulness</a:t>
              </a:r>
            </a:p>
          </p:txBody>
        </p:sp>
        <p:sp>
          <p:nvSpPr>
            <p:cNvPr id="40" name="tx39"/>
            <p:cNvSpPr/>
            <p:nvPr/>
          </p:nvSpPr>
          <p:spPr>
            <a:xfrm rot="-5400000">
              <a:off x="-581459" y="3373681"/>
              <a:ext cx="2300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% High Importance</a:t>
              </a:r>
            </a:p>
          </p:txBody>
        </p:sp>
        <p:sp>
          <p:nvSpPr>
            <p:cNvPr id="41" name="rc40"/>
            <p:cNvSpPr/>
            <p:nvPr/>
          </p:nvSpPr>
          <p:spPr>
            <a:xfrm>
              <a:off x="5543965" y="6193216"/>
              <a:ext cx="201456" cy="20145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6369578" y="6193216"/>
              <a:ext cx="201456" cy="201456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5842989" y="6218835"/>
              <a:ext cx="429021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668602" y="6216156"/>
              <a:ext cx="1219200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 Women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1736869" y="1150763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IMPORTANCE OF JAM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473305"/>
              <a:ext cx="9949027" cy="403912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83924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16605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92867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81968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1464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47330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410502" y="1809899"/>
              <a:ext cx="7254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5519573" y="1809899"/>
              <a:ext cx="7254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628644" y="1809899"/>
              <a:ext cx="7254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239587" y="1742580"/>
              <a:ext cx="725449" cy="376985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6348658" y="1675261"/>
              <a:ext cx="725449" cy="3837169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9457730" y="1809899"/>
              <a:ext cx="725449" cy="370253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4068673" y="1607942"/>
              <a:ext cx="725449" cy="390448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7177744" y="1607942"/>
              <a:ext cx="725449" cy="390448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0286815" y="2011855"/>
              <a:ext cx="725449" cy="350057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2538177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647248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756319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367263" y="353380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56%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6476334" y="3500147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585405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196348" y="3466487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58%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7305420" y="3466487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58%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0414491" y="3668444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52%</a:t>
              </a:r>
            </a:p>
          </p:txBody>
        </p:sp>
        <p:sp>
          <p:nvSpPr>
            <p:cNvPr id="31" name="pl30"/>
            <p:cNvSpPr/>
            <p:nvPr/>
          </p:nvSpPr>
          <p:spPr>
            <a:xfrm>
              <a:off x="2410502" y="1877217"/>
              <a:ext cx="725449" cy="0"/>
            </a:xfrm>
            <a:custGeom>
              <a:avLst/>
              <a:pathLst>
                <a:path w="725449" h="0">
                  <a:moveTo>
                    <a:pt x="0" y="0"/>
                  </a:moveTo>
                  <a:lnTo>
                    <a:pt x="7254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068673" y="1877217"/>
              <a:ext cx="725449" cy="0"/>
            </a:xfrm>
            <a:custGeom>
              <a:avLst/>
              <a:pathLst>
                <a:path w="725449" h="0">
                  <a:moveTo>
                    <a:pt x="0" y="0"/>
                  </a:moveTo>
                  <a:lnTo>
                    <a:pt x="7254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239587" y="1742580"/>
              <a:ext cx="725449" cy="0"/>
            </a:xfrm>
            <a:custGeom>
              <a:avLst/>
              <a:pathLst>
                <a:path w="725449" h="0">
                  <a:moveTo>
                    <a:pt x="0" y="0"/>
                  </a:moveTo>
                  <a:lnTo>
                    <a:pt x="7254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519573" y="1877217"/>
              <a:ext cx="725449" cy="0"/>
            </a:xfrm>
            <a:custGeom>
              <a:avLst/>
              <a:pathLst>
                <a:path w="725449" h="0">
                  <a:moveTo>
                    <a:pt x="0" y="0"/>
                  </a:moveTo>
                  <a:lnTo>
                    <a:pt x="7254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6348658" y="1809899"/>
              <a:ext cx="725449" cy="0"/>
            </a:xfrm>
            <a:custGeom>
              <a:avLst/>
              <a:pathLst>
                <a:path w="725449" h="0">
                  <a:moveTo>
                    <a:pt x="0" y="0"/>
                  </a:moveTo>
                  <a:lnTo>
                    <a:pt x="7254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7177744" y="1540624"/>
              <a:ext cx="725449" cy="0"/>
            </a:xfrm>
            <a:custGeom>
              <a:avLst/>
              <a:pathLst>
                <a:path w="725449" h="0">
                  <a:moveTo>
                    <a:pt x="0" y="0"/>
                  </a:moveTo>
                  <a:lnTo>
                    <a:pt x="7254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457730" y="1809899"/>
              <a:ext cx="725449" cy="0"/>
            </a:xfrm>
            <a:custGeom>
              <a:avLst/>
              <a:pathLst>
                <a:path w="725449" h="0">
                  <a:moveTo>
                    <a:pt x="0" y="0"/>
                  </a:moveTo>
                  <a:lnTo>
                    <a:pt x="7254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8628644" y="1809899"/>
              <a:ext cx="725449" cy="0"/>
            </a:xfrm>
            <a:custGeom>
              <a:avLst/>
              <a:pathLst>
                <a:path w="725449" h="0">
                  <a:moveTo>
                    <a:pt x="0" y="0"/>
                  </a:moveTo>
                  <a:lnTo>
                    <a:pt x="7254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0286815" y="1944536"/>
              <a:ext cx="725449" cy="0"/>
            </a:xfrm>
            <a:custGeom>
              <a:avLst/>
              <a:pathLst>
                <a:path w="725449" h="0">
                  <a:moveTo>
                    <a:pt x="0" y="0"/>
                  </a:moveTo>
                  <a:lnTo>
                    <a:pt x="7254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39"/>
            <p:cNvSpPr/>
            <p:nvPr/>
          </p:nvSpPr>
          <p:spPr>
            <a:xfrm>
              <a:off x="2538177" y="1446925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4196348" y="1446925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367263" y="1312287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56%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647248" y="1446925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476334" y="137960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7305420" y="1110331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59%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9585405" y="137960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8756319" y="137960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0414491" y="1514244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53%</a:t>
              </a:r>
            </a:p>
          </p:txBody>
        </p:sp>
        <p:sp>
          <p:nvSpPr>
            <p:cNvPr id="49" name="pl48"/>
            <p:cNvSpPr/>
            <p:nvPr/>
          </p:nvSpPr>
          <p:spPr>
            <a:xfrm>
              <a:off x="1736869" y="1473305"/>
              <a:ext cx="0" cy="4039125"/>
            </a:xfrm>
            <a:custGeom>
              <a:avLst/>
              <a:pathLst>
                <a:path w="0" h="4039125">
                  <a:moveTo>
                    <a:pt x="0" y="4039125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49"/>
            <p:cNvSpPr/>
            <p:nvPr/>
          </p:nvSpPr>
          <p:spPr>
            <a:xfrm>
              <a:off x="1198951" y="5411103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1057688" y="473791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1057688" y="406472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1057688" y="3391540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057688" y="271835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1057688" y="20451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1057688" y="137197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57" name="pl56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7"/>
            <p:cNvSpPr/>
            <p:nvPr/>
          </p:nvSpPr>
          <p:spPr>
            <a:xfrm>
              <a:off x="3383473" y="5629785"/>
              <a:ext cx="437678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5920858" y="5680263"/>
              <a:ext cx="1581050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Achievement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8860761" y="5626685"/>
              <a:ext cx="1919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Meaningfulness</a:t>
              </a:r>
            </a:p>
          </p:txBody>
        </p:sp>
        <p:sp>
          <p:nvSpPr>
            <p:cNvPr id="61" name="tx60"/>
            <p:cNvSpPr/>
            <p:nvPr/>
          </p:nvSpPr>
          <p:spPr>
            <a:xfrm rot="-5400000">
              <a:off x="-581459" y="3373681"/>
              <a:ext cx="2300386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% High Importance</a:t>
              </a:r>
            </a:p>
          </p:txBody>
        </p:sp>
        <p:sp>
          <p:nvSpPr>
            <p:cNvPr id="62" name="rc61"/>
            <p:cNvSpPr/>
            <p:nvPr/>
          </p:nvSpPr>
          <p:spPr>
            <a:xfrm>
              <a:off x="4899730" y="6193216"/>
              <a:ext cx="201456" cy="20145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5725344" y="6193216"/>
              <a:ext cx="201456" cy="201456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7341135" y="6193216"/>
              <a:ext cx="201455" cy="201456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tx64"/>
            <p:cNvSpPr/>
            <p:nvPr/>
          </p:nvSpPr>
          <p:spPr>
            <a:xfrm>
              <a:off x="5198754" y="6218835"/>
              <a:ext cx="429021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6024368" y="6216156"/>
              <a:ext cx="1219200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 Women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7640159" y="6216156"/>
              <a:ext cx="891877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 Men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1736869" y="1150763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READING HOURS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483818" y="2053129"/>
              <a:ext cx="10455130" cy="3354916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83818" y="4645565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83818" y="3883084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83818" y="3120603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83818" y="2358122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355079" y="2583810"/>
              <a:ext cx="8712608" cy="669938"/>
            </a:xfrm>
            <a:custGeom>
              <a:avLst/>
              <a:pathLst>
                <a:path w="8712608" h="669938">
                  <a:moveTo>
                    <a:pt x="0" y="669938"/>
                  </a:moveTo>
                  <a:lnTo>
                    <a:pt x="88006" y="573667"/>
                  </a:lnTo>
                  <a:lnTo>
                    <a:pt x="176012" y="484113"/>
                  </a:lnTo>
                  <a:lnTo>
                    <a:pt x="264018" y="402058"/>
                  </a:lnTo>
                  <a:lnTo>
                    <a:pt x="352024" y="327850"/>
                  </a:lnTo>
                  <a:lnTo>
                    <a:pt x="440030" y="261876"/>
                  </a:lnTo>
                  <a:lnTo>
                    <a:pt x="528036" y="204712"/>
                  </a:lnTo>
                  <a:lnTo>
                    <a:pt x="616043" y="156162"/>
                  </a:lnTo>
                  <a:lnTo>
                    <a:pt x="704049" y="116170"/>
                  </a:lnTo>
                  <a:lnTo>
                    <a:pt x="792055" y="84747"/>
                  </a:lnTo>
                  <a:lnTo>
                    <a:pt x="880061" y="61580"/>
                  </a:lnTo>
                  <a:lnTo>
                    <a:pt x="968067" y="46120"/>
                  </a:lnTo>
                  <a:lnTo>
                    <a:pt x="1056073" y="37920"/>
                  </a:lnTo>
                  <a:lnTo>
                    <a:pt x="1144079" y="36619"/>
                  </a:lnTo>
                  <a:lnTo>
                    <a:pt x="1232086" y="41341"/>
                  </a:lnTo>
                  <a:lnTo>
                    <a:pt x="1320092" y="51435"/>
                  </a:lnTo>
                  <a:lnTo>
                    <a:pt x="1408098" y="66331"/>
                  </a:lnTo>
                  <a:lnTo>
                    <a:pt x="1496104" y="85224"/>
                  </a:lnTo>
                  <a:lnTo>
                    <a:pt x="1584110" y="107360"/>
                  </a:lnTo>
                  <a:lnTo>
                    <a:pt x="1672116" y="132080"/>
                  </a:lnTo>
                  <a:lnTo>
                    <a:pt x="1760122" y="158721"/>
                  </a:lnTo>
                  <a:lnTo>
                    <a:pt x="1848129" y="186584"/>
                  </a:lnTo>
                  <a:lnTo>
                    <a:pt x="1936135" y="215087"/>
                  </a:lnTo>
                  <a:lnTo>
                    <a:pt x="2024141" y="243677"/>
                  </a:lnTo>
                  <a:lnTo>
                    <a:pt x="2112147" y="271844"/>
                  </a:lnTo>
                  <a:lnTo>
                    <a:pt x="2200153" y="299165"/>
                  </a:lnTo>
                  <a:lnTo>
                    <a:pt x="2288159" y="325245"/>
                  </a:lnTo>
                  <a:lnTo>
                    <a:pt x="2376165" y="349751"/>
                  </a:lnTo>
                  <a:lnTo>
                    <a:pt x="2464172" y="372464"/>
                  </a:lnTo>
                  <a:lnTo>
                    <a:pt x="2552178" y="393192"/>
                  </a:lnTo>
                  <a:lnTo>
                    <a:pt x="2640184" y="411705"/>
                  </a:lnTo>
                  <a:lnTo>
                    <a:pt x="2728190" y="427995"/>
                  </a:lnTo>
                  <a:lnTo>
                    <a:pt x="2816196" y="442012"/>
                  </a:lnTo>
                  <a:lnTo>
                    <a:pt x="2904202" y="453689"/>
                  </a:lnTo>
                  <a:lnTo>
                    <a:pt x="2992208" y="463061"/>
                  </a:lnTo>
                  <a:lnTo>
                    <a:pt x="3080215" y="470206"/>
                  </a:lnTo>
                  <a:lnTo>
                    <a:pt x="3168221" y="475167"/>
                  </a:lnTo>
                  <a:lnTo>
                    <a:pt x="3256227" y="477962"/>
                  </a:lnTo>
                  <a:lnTo>
                    <a:pt x="3344233" y="478744"/>
                  </a:lnTo>
                  <a:lnTo>
                    <a:pt x="3432239" y="477596"/>
                  </a:lnTo>
                  <a:lnTo>
                    <a:pt x="3520245" y="474554"/>
                  </a:lnTo>
                  <a:lnTo>
                    <a:pt x="3608251" y="469754"/>
                  </a:lnTo>
                  <a:lnTo>
                    <a:pt x="3696258" y="463312"/>
                  </a:lnTo>
                  <a:lnTo>
                    <a:pt x="3784264" y="455315"/>
                  </a:lnTo>
                  <a:lnTo>
                    <a:pt x="3872270" y="445864"/>
                  </a:lnTo>
                  <a:lnTo>
                    <a:pt x="3960276" y="435129"/>
                  </a:lnTo>
                  <a:lnTo>
                    <a:pt x="4048282" y="423250"/>
                  </a:lnTo>
                  <a:lnTo>
                    <a:pt x="4136288" y="410356"/>
                  </a:lnTo>
                  <a:lnTo>
                    <a:pt x="4224294" y="396663"/>
                  </a:lnTo>
                  <a:lnTo>
                    <a:pt x="4312301" y="382363"/>
                  </a:lnTo>
                  <a:lnTo>
                    <a:pt x="4400307" y="367658"/>
                  </a:lnTo>
                  <a:lnTo>
                    <a:pt x="4488313" y="352773"/>
                  </a:lnTo>
                  <a:lnTo>
                    <a:pt x="4576319" y="337933"/>
                  </a:lnTo>
                  <a:lnTo>
                    <a:pt x="4664325" y="323348"/>
                  </a:lnTo>
                  <a:lnTo>
                    <a:pt x="4752331" y="309243"/>
                  </a:lnTo>
                  <a:lnTo>
                    <a:pt x="4840337" y="295782"/>
                  </a:lnTo>
                  <a:lnTo>
                    <a:pt x="4928344" y="283111"/>
                  </a:lnTo>
                  <a:lnTo>
                    <a:pt x="5016350" y="271366"/>
                  </a:lnTo>
                  <a:lnTo>
                    <a:pt x="5104356" y="260599"/>
                  </a:lnTo>
                  <a:lnTo>
                    <a:pt x="5192362" y="250810"/>
                  </a:lnTo>
                  <a:lnTo>
                    <a:pt x="5280368" y="241970"/>
                  </a:lnTo>
                  <a:lnTo>
                    <a:pt x="5368374" y="234004"/>
                  </a:lnTo>
                  <a:lnTo>
                    <a:pt x="5456381" y="226742"/>
                  </a:lnTo>
                  <a:lnTo>
                    <a:pt x="5544387" y="220010"/>
                  </a:lnTo>
                  <a:lnTo>
                    <a:pt x="5632393" y="213600"/>
                  </a:lnTo>
                  <a:lnTo>
                    <a:pt x="5720399" y="207262"/>
                  </a:lnTo>
                  <a:lnTo>
                    <a:pt x="5808405" y="200755"/>
                  </a:lnTo>
                  <a:lnTo>
                    <a:pt x="5896411" y="193834"/>
                  </a:lnTo>
                  <a:lnTo>
                    <a:pt x="5984417" y="186263"/>
                  </a:lnTo>
                  <a:lnTo>
                    <a:pt x="6072424" y="177867"/>
                  </a:lnTo>
                  <a:lnTo>
                    <a:pt x="6160430" y="168502"/>
                  </a:lnTo>
                  <a:lnTo>
                    <a:pt x="6248436" y="158030"/>
                  </a:lnTo>
                  <a:lnTo>
                    <a:pt x="6336442" y="146458"/>
                  </a:lnTo>
                  <a:lnTo>
                    <a:pt x="6424448" y="133821"/>
                  </a:lnTo>
                  <a:lnTo>
                    <a:pt x="6512454" y="120200"/>
                  </a:lnTo>
                  <a:lnTo>
                    <a:pt x="6600460" y="105780"/>
                  </a:lnTo>
                  <a:lnTo>
                    <a:pt x="6688467" y="90817"/>
                  </a:lnTo>
                  <a:lnTo>
                    <a:pt x="6776473" y="75612"/>
                  </a:lnTo>
                  <a:lnTo>
                    <a:pt x="6864479" y="60547"/>
                  </a:lnTo>
                  <a:lnTo>
                    <a:pt x="6952485" y="46047"/>
                  </a:lnTo>
                  <a:lnTo>
                    <a:pt x="7040491" y="32573"/>
                  </a:lnTo>
                  <a:lnTo>
                    <a:pt x="7128497" y="20687"/>
                  </a:lnTo>
                  <a:lnTo>
                    <a:pt x="7216503" y="10923"/>
                  </a:lnTo>
                  <a:lnTo>
                    <a:pt x="7304510" y="3820"/>
                  </a:lnTo>
                  <a:lnTo>
                    <a:pt x="7392516" y="0"/>
                  </a:lnTo>
                  <a:lnTo>
                    <a:pt x="7480522" y="133"/>
                  </a:lnTo>
                  <a:lnTo>
                    <a:pt x="7568528" y="4707"/>
                  </a:lnTo>
                  <a:lnTo>
                    <a:pt x="7656534" y="14287"/>
                  </a:lnTo>
                  <a:lnTo>
                    <a:pt x="7744540" y="29635"/>
                  </a:lnTo>
                  <a:lnTo>
                    <a:pt x="7832546" y="51102"/>
                  </a:lnTo>
                  <a:lnTo>
                    <a:pt x="7920553" y="79119"/>
                  </a:lnTo>
                  <a:lnTo>
                    <a:pt x="8008559" y="114223"/>
                  </a:lnTo>
                  <a:lnTo>
                    <a:pt x="8096565" y="156761"/>
                  </a:lnTo>
                  <a:lnTo>
                    <a:pt x="8184571" y="206811"/>
                  </a:lnTo>
                  <a:lnTo>
                    <a:pt x="8272577" y="264515"/>
                  </a:lnTo>
                  <a:lnTo>
                    <a:pt x="8360583" y="330150"/>
                  </a:lnTo>
                  <a:lnTo>
                    <a:pt x="8448589" y="403304"/>
                  </a:lnTo>
                  <a:lnTo>
                    <a:pt x="8536596" y="483727"/>
                  </a:lnTo>
                  <a:lnTo>
                    <a:pt x="8624602" y="571204"/>
                  </a:lnTo>
                  <a:lnTo>
                    <a:pt x="8712608" y="665110"/>
                  </a:lnTo>
                </a:path>
              </a:pathLst>
            </a:custGeom>
            <a:ln w="40651" cap="flat">
              <a:solidFill>
                <a:srgbClr val="8DDE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6711383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5087727" y="2061121"/>
              <a:ext cx="1188026" cy="235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Avg. = 5.0</a:t>
              </a:r>
            </a:p>
          </p:txBody>
        </p:sp>
        <p:sp>
          <p:nvSpPr>
            <p:cNvPr id="14" name="pl13"/>
            <p:cNvSpPr/>
            <p:nvPr/>
          </p:nvSpPr>
          <p:spPr>
            <a:xfrm>
              <a:off x="1483818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945900" y="5306719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945900" y="4544238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945900" y="3781757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945900" y="3019276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804637" y="225679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2284448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155709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026970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898230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5769491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6640752" y="5578235"/>
              <a:ext cx="141262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7512013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383274" y="5581336"/>
              <a:ext cx="141262" cy="1793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254535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0125795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0926425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22321" y="6076987"/>
              <a:ext cx="1778124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 hours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-141529" y="3612951"/>
              <a:ext cx="917525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READING HOURS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483818" y="2053129"/>
              <a:ext cx="10455130" cy="3354916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83818" y="4645565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83818" y="3883084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83818" y="3120603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83818" y="2358122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355079" y="2583810"/>
              <a:ext cx="8712608" cy="669938"/>
            </a:xfrm>
            <a:custGeom>
              <a:avLst/>
              <a:pathLst>
                <a:path w="8712608" h="669938">
                  <a:moveTo>
                    <a:pt x="0" y="669938"/>
                  </a:moveTo>
                  <a:lnTo>
                    <a:pt x="88006" y="573667"/>
                  </a:lnTo>
                  <a:lnTo>
                    <a:pt x="176012" y="484113"/>
                  </a:lnTo>
                  <a:lnTo>
                    <a:pt x="264018" y="402058"/>
                  </a:lnTo>
                  <a:lnTo>
                    <a:pt x="352024" y="327850"/>
                  </a:lnTo>
                  <a:lnTo>
                    <a:pt x="440030" y="261876"/>
                  </a:lnTo>
                  <a:lnTo>
                    <a:pt x="528036" y="204712"/>
                  </a:lnTo>
                  <a:lnTo>
                    <a:pt x="616043" y="156162"/>
                  </a:lnTo>
                  <a:lnTo>
                    <a:pt x="704049" y="116170"/>
                  </a:lnTo>
                  <a:lnTo>
                    <a:pt x="792055" y="84747"/>
                  </a:lnTo>
                  <a:lnTo>
                    <a:pt x="880061" y="61580"/>
                  </a:lnTo>
                  <a:lnTo>
                    <a:pt x="968067" y="46120"/>
                  </a:lnTo>
                  <a:lnTo>
                    <a:pt x="1056073" y="37920"/>
                  </a:lnTo>
                  <a:lnTo>
                    <a:pt x="1144079" y="36619"/>
                  </a:lnTo>
                  <a:lnTo>
                    <a:pt x="1232086" y="41341"/>
                  </a:lnTo>
                  <a:lnTo>
                    <a:pt x="1320092" y="51435"/>
                  </a:lnTo>
                  <a:lnTo>
                    <a:pt x="1408098" y="66331"/>
                  </a:lnTo>
                  <a:lnTo>
                    <a:pt x="1496104" y="85224"/>
                  </a:lnTo>
                  <a:lnTo>
                    <a:pt x="1584110" y="107360"/>
                  </a:lnTo>
                  <a:lnTo>
                    <a:pt x="1672116" y="132080"/>
                  </a:lnTo>
                  <a:lnTo>
                    <a:pt x="1760122" y="158721"/>
                  </a:lnTo>
                  <a:lnTo>
                    <a:pt x="1848129" y="186584"/>
                  </a:lnTo>
                  <a:lnTo>
                    <a:pt x="1936135" y="215087"/>
                  </a:lnTo>
                  <a:lnTo>
                    <a:pt x="2024141" y="243677"/>
                  </a:lnTo>
                  <a:lnTo>
                    <a:pt x="2112147" y="271844"/>
                  </a:lnTo>
                  <a:lnTo>
                    <a:pt x="2200153" y="299165"/>
                  </a:lnTo>
                  <a:lnTo>
                    <a:pt x="2288159" y="325245"/>
                  </a:lnTo>
                  <a:lnTo>
                    <a:pt x="2376165" y="349751"/>
                  </a:lnTo>
                  <a:lnTo>
                    <a:pt x="2464172" y="372464"/>
                  </a:lnTo>
                  <a:lnTo>
                    <a:pt x="2552178" y="393192"/>
                  </a:lnTo>
                  <a:lnTo>
                    <a:pt x="2640184" y="411705"/>
                  </a:lnTo>
                  <a:lnTo>
                    <a:pt x="2728190" y="427995"/>
                  </a:lnTo>
                  <a:lnTo>
                    <a:pt x="2816196" y="442012"/>
                  </a:lnTo>
                  <a:lnTo>
                    <a:pt x="2904202" y="453689"/>
                  </a:lnTo>
                  <a:lnTo>
                    <a:pt x="2992208" y="463061"/>
                  </a:lnTo>
                  <a:lnTo>
                    <a:pt x="3080215" y="470206"/>
                  </a:lnTo>
                  <a:lnTo>
                    <a:pt x="3168221" y="475167"/>
                  </a:lnTo>
                  <a:lnTo>
                    <a:pt x="3256227" y="477962"/>
                  </a:lnTo>
                  <a:lnTo>
                    <a:pt x="3344233" y="478744"/>
                  </a:lnTo>
                  <a:lnTo>
                    <a:pt x="3432239" y="477596"/>
                  </a:lnTo>
                  <a:lnTo>
                    <a:pt x="3520245" y="474554"/>
                  </a:lnTo>
                  <a:lnTo>
                    <a:pt x="3608251" y="469754"/>
                  </a:lnTo>
                  <a:lnTo>
                    <a:pt x="3696258" y="463312"/>
                  </a:lnTo>
                  <a:lnTo>
                    <a:pt x="3784264" y="455315"/>
                  </a:lnTo>
                  <a:lnTo>
                    <a:pt x="3872270" y="445864"/>
                  </a:lnTo>
                  <a:lnTo>
                    <a:pt x="3960276" y="435129"/>
                  </a:lnTo>
                  <a:lnTo>
                    <a:pt x="4048282" y="423250"/>
                  </a:lnTo>
                  <a:lnTo>
                    <a:pt x="4136288" y="410356"/>
                  </a:lnTo>
                  <a:lnTo>
                    <a:pt x="4224294" y="396663"/>
                  </a:lnTo>
                  <a:lnTo>
                    <a:pt x="4312301" y="382363"/>
                  </a:lnTo>
                  <a:lnTo>
                    <a:pt x="4400307" y="367658"/>
                  </a:lnTo>
                  <a:lnTo>
                    <a:pt x="4488313" y="352773"/>
                  </a:lnTo>
                  <a:lnTo>
                    <a:pt x="4576319" y="337933"/>
                  </a:lnTo>
                  <a:lnTo>
                    <a:pt x="4664325" y="323348"/>
                  </a:lnTo>
                  <a:lnTo>
                    <a:pt x="4752331" y="309243"/>
                  </a:lnTo>
                  <a:lnTo>
                    <a:pt x="4840337" y="295782"/>
                  </a:lnTo>
                  <a:lnTo>
                    <a:pt x="4928344" y="283111"/>
                  </a:lnTo>
                  <a:lnTo>
                    <a:pt x="5016350" y="271366"/>
                  </a:lnTo>
                  <a:lnTo>
                    <a:pt x="5104356" y="260599"/>
                  </a:lnTo>
                  <a:lnTo>
                    <a:pt x="5192362" y="250810"/>
                  </a:lnTo>
                  <a:lnTo>
                    <a:pt x="5280368" y="241970"/>
                  </a:lnTo>
                  <a:lnTo>
                    <a:pt x="5368374" y="234004"/>
                  </a:lnTo>
                  <a:lnTo>
                    <a:pt x="5456381" y="226742"/>
                  </a:lnTo>
                  <a:lnTo>
                    <a:pt x="5544387" y="220010"/>
                  </a:lnTo>
                  <a:lnTo>
                    <a:pt x="5632393" y="213600"/>
                  </a:lnTo>
                  <a:lnTo>
                    <a:pt x="5720399" y="207262"/>
                  </a:lnTo>
                  <a:lnTo>
                    <a:pt x="5808405" y="200755"/>
                  </a:lnTo>
                  <a:lnTo>
                    <a:pt x="5896411" y="193834"/>
                  </a:lnTo>
                  <a:lnTo>
                    <a:pt x="5984417" y="186263"/>
                  </a:lnTo>
                  <a:lnTo>
                    <a:pt x="6072424" y="177867"/>
                  </a:lnTo>
                  <a:lnTo>
                    <a:pt x="6160430" y="168502"/>
                  </a:lnTo>
                  <a:lnTo>
                    <a:pt x="6248436" y="158030"/>
                  </a:lnTo>
                  <a:lnTo>
                    <a:pt x="6336442" y="146458"/>
                  </a:lnTo>
                  <a:lnTo>
                    <a:pt x="6424448" y="133821"/>
                  </a:lnTo>
                  <a:lnTo>
                    <a:pt x="6512454" y="120200"/>
                  </a:lnTo>
                  <a:lnTo>
                    <a:pt x="6600460" y="105780"/>
                  </a:lnTo>
                  <a:lnTo>
                    <a:pt x="6688467" y="90817"/>
                  </a:lnTo>
                  <a:lnTo>
                    <a:pt x="6776473" y="75612"/>
                  </a:lnTo>
                  <a:lnTo>
                    <a:pt x="6864479" y="60547"/>
                  </a:lnTo>
                  <a:lnTo>
                    <a:pt x="6952485" y="46047"/>
                  </a:lnTo>
                  <a:lnTo>
                    <a:pt x="7040491" y="32573"/>
                  </a:lnTo>
                  <a:lnTo>
                    <a:pt x="7128497" y="20687"/>
                  </a:lnTo>
                  <a:lnTo>
                    <a:pt x="7216503" y="10923"/>
                  </a:lnTo>
                  <a:lnTo>
                    <a:pt x="7304510" y="3820"/>
                  </a:lnTo>
                  <a:lnTo>
                    <a:pt x="7392516" y="0"/>
                  </a:lnTo>
                  <a:lnTo>
                    <a:pt x="7480522" y="133"/>
                  </a:lnTo>
                  <a:lnTo>
                    <a:pt x="7568528" y="4707"/>
                  </a:lnTo>
                  <a:lnTo>
                    <a:pt x="7656534" y="14287"/>
                  </a:lnTo>
                  <a:lnTo>
                    <a:pt x="7744540" y="29635"/>
                  </a:lnTo>
                  <a:lnTo>
                    <a:pt x="7832546" y="51102"/>
                  </a:lnTo>
                  <a:lnTo>
                    <a:pt x="7920553" y="79119"/>
                  </a:lnTo>
                  <a:lnTo>
                    <a:pt x="8008559" y="114223"/>
                  </a:lnTo>
                  <a:lnTo>
                    <a:pt x="8096565" y="156761"/>
                  </a:lnTo>
                  <a:lnTo>
                    <a:pt x="8184571" y="206811"/>
                  </a:lnTo>
                  <a:lnTo>
                    <a:pt x="8272577" y="264515"/>
                  </a:lnTo>
                  <a:lnTo>
                    <a:pt x="8360583" y="330150"/>
                  </a:lnTo>
                  <a:lnTo>
                    <a:pt x="8448589" y="403304"/>
                  </a:lnTo>
                  <a:lnTo>
                    <a:pt x="8536596" y="483727"/>
                  </a:lnTo>
                  <a:lnTo>
                    <a:pt x="8624602" y="571204"/>
                  </a:lnTo>
                  <a:lnTo>
                    <a:pt x="8712608" y="665110"/>
                  </a:lnTo>
                </a:path>
              </a:pathLst>
            </a:custGeom>
            <a:ln w="40651" cap="flat">
              <a:solidFill>
                <a:srgbClr val="8DDE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6711383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5087727" y="2061121"/>
              <a:ext cx="1188026" cy="235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Avg. = 5.0</a:t>
              </a:r>
            </a:p>
          </p:txBody>
        </p:sp>
        <p:sp>
          <p:nvSpPr>
            <p:cNvPr id="14" name="pl13"/>
            <p:cNvSpPr/>
            <p:nvPr/>
          </p:nvSpPr>
          <p:spPr>
            <a:xfrm>
              <a:off x="1483818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945900" y="5306719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945900" y="4544238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945900" y="3781757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945900" y="3019276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804637" y="225679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2284448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155709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026970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898230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5769491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6640752" y="5578235"/>
              <a:ext cx="141262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7512013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383274" y="5581336"/>
              <a:ext cx="141262" cy="1793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254535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0125795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0926425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822321" y="6076987"/>
              <a:ext cx="1778124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 hours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-141529" y="3612951"/>
              <a:ext cx="917525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</p:grpSp>
      <p:grpSp xmlns:pic="http://schemas.openxmlformats.org/drawingml/2006/picture">
        <p:nvGrpSpPr>
          <p:cNvPr id="34" name=""/>
          <p:cNvGrpSpPr/>
          <p:nvPr/>
        </p:nvGrpSpPr>
        <p:grpSpPr>
          <a:xfrm>
            <a:off x="0" y="914400"/>
            <a:ext cx="12192000" cy="6858000"/>
            <a:chOff x="0" y="914400"/>
            <a:chExt cx="12192000" cy="6858000"/>
          </a:xfrm>
        </p:grpSpPr>
        <p:sp>
          <p:nvSpPr>
            <p:cNvPr id="35" name="rc3"/>
            <p:cNvSpPr/>
            <p:nvPr/>
          </p:nvSpPr>
          <p:spPr>
            <a:xfrm>
              <a:off x="9071204" y="1094399"/>
              <a:ext cx="2940795" cy="780820"/>
            </a:xfrm>
            <a:prstGeom prst="rect">
              <a:avLst/>
            </a:prstGeom>
            <a:solidFill>
              <a:srgbClr val="97E2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tx4"/>
            <p:cNvSpPr/>
            <p:nvPr/>
          </p:nvSpPr>
          <p:spPr>
            <a:xfrm>
              <a:off x="9287204" y="1187500"/>
              <a:ext cx="2508795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45C3C">
                      <a:alpha val="100000"/>
                    </a:srgbClr>
                  </a:solidFill>
                  <a:latin typeface="Arial"/>
                  <a:cs typeface="Arial"/>
                </a:rPr>
                <a:t>HBS Women Avg. = 5.0</a:t>
              </a:r>
            </a:p>
          </p:txBody>
        </p:sp>
        <p:sp>
          <p:nvSpPr>
            <p:cNvPr id="37" name="tx5"/>
            <p:cNvSpPr/>
            <p:nvPr/>
          </p:nvSpPr>
          <p:spPr>
            <a:xfrm>
              <a:off x="9471323" y="1516684"/>
              <a:ext cx="2140557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45C3C">
                      <a:alpha val="100000"/>
                    </a:srgbClr>
                  </a:solidFill>
                  <a:latin typeface="Arial"/>
                  <a:cs typeface="Arial"/>
                </a:rPr>
                <a:t>HBS Men Avg. = 5.2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SLEEP HOURS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483818" y="2053129"/>
              <a:ext cx="10455130" cy="3354916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83818" y="4318787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83818" y="3229529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83818" y="2140270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645499" y="2368942"/>
              <a:ext cx="8131767" cy="1095282"/>
            </a:xfrm>
            <a:custGeom>
              <a:avLst/>
              <a:pathLst>
                <a:path w="8131767" h="1095282">
                  <a:moveTo>
                    <a:pt x="0" y="1095282"/>
                  </a:moveTo>
                  <a:lnTo>
                    <a:pt x="82139" y="1022419"/>
                  </a:lnTo>
                  <a:lnTo>
                    <a:pt x="164278" y="955885"/>
                  </a:lnTo>
                  <a:lnTo>
                    <a:pt x="246417" y="895758"/>
                  </a:lnTo>
                  <a:lnTo>
                    <a:pt x="328556" y="842118"/>
                  </a:lnTo>
                  <a:lnTo>
                    <a:pt x="410695" y="794629"/>
                  </a:lnTo>
                  <a:lnTo>
                    <a:pt x="492834" y="752924"/>
                  </a:lnTo>
                  <a:lnTo>
                    <a:pt x="574973" y="716586"/>
                  </a:lnTo>
                  <a:lnTo>
                    <a:pt x="657112" y="685212"/>
                  </a:lnTo>
                  <a:lnTo>
                    <a:pt x="739251" y="658227"/>
                  </a:lnTo>
                  <a:lnTo>
                    <a:pt x="821390" y="635021"/>
                  </a:lnTo>
                  <a:lnTo>
                    <a:pt x="903529" y="615053"/>
                  </a:lnTo>
                  <a:lnTo>
                    <a:pt x="985668" y="597825"/>
                  </a:lnTo>
                  <a:lnTo>
                    <a:pt x="1067807" y="582846"/>
                  </a:lnTo>
                  <a:lnTo>
                    <a:pt x="1149946" y="569626"/>
                  </a:lnTo>
                  <a:lnTo>
                    <a:pt x="1232086" y="557782"/>
                  </a:lnTo>
                  <a:lnTo>
                    <a:pt x="1314225" y="546995"/>
                  </a:lnTo>
                  <a:lnTo>
                    <a:pt x="1396364" y="537011"/>
                  </a:lnTo>
                  <a:lnTo>
                    <a:pt x="1478503" y="527605"/>
                  </a:lnTo>
                  <a:lnTo>
                    <a:pt x="1560642" y="518640"/>
                  </a:lnTo>
                  <a:lnTo>
                    <a:pt x="1642781" y="510026"/>
                  </a:lnTo>
                  <a:lnTo>
                    <a:pt x="1724920" y="501731"/>
                  </a:lnTo>
                  <a:lnTo>
                    <a:pt x="1807059" y="493740"/>
                  </a:lnTo>
                  <a:lnTo>
                    <a:pt x="1889198" y="486078"/>
                  </a:lnTo>
                  <a:lnTo>
                    <a:pt x="1971337" y="478785"/>
                  </a:lnTo>
                  <a:lnTo>
                    <a:pt x="2053476" y="471920"/>
                  </a:lnTo>
                  <a:lnTo>
                    <a:pt x="2135615" y="465524"/>
                  </a:lnTo>
                  <a:lnTo>
                    <a:pt x="2217754" y="459631"/>
                  </a:lnTo>
                  <a:lnTo>
                    <a:pt x="2299893" y="454257"/>
                  </a:lnTo>
                  <a:lnTo>
                    <a:pt x="2382032" y="449406"/>
                  </a:lnTo>
                  <a:lnTo>
                    <a:pt x="2464172" y="445044"/>
                  </a:lnTo>
                  <a:lnTo>
                    <a:pt x="2546311" y="441104"/>
                  </a:lnTo>
                  <a:lnTo>
                    <a:pt x="2628450" y="437500"/>
                  </a:lnTo>
                  <a:lnTo>
                    <a:pt x="2710589" y="434122"/>
                  </a:lnTo>
                  <a:lnTo>
                    <a:pt x="2792728" y="430835"/>
                  </a:lnTo>
                  <a:lnTo>
                    <a:pt x="2874867" y="427487"/>
                  </a:lnTo>
                  <a:lnTo>
                    <a:pt x="2957006" y="423922"/>
                  </a:lnTo>
                  <a:lnTo>
                    <a:pt x="3039145" y="419978"/>
                  </a:lnTo>
                  <a:lnTo>
                    <a:pt x="3121284" y="415478"/>
                  </a:lnTo>
                  <a:lnTo>
                    <a:pt x="3203423" y="410279"/>
                  </a:lnTo>
                  <a:lnTo>
                    <a:pt x="3285562" y="404241"/>
                  </a:lnTo>
                  <a:lnTo>
                    <a:pt x="3367701" y="397238"/>
                  </a:lnTo>
                  <a:lnTo>
                    <a:pt x="3449840" y="389128"/>
                  </a:lnTo>
                  <a:lnTo>
                    <a:pt x="3531979" y="379850"/>
                  </a:lnTo>
                  <a:lnTo>
                    <a:pt x="3614119" y="369342"/>
                  </a:lnTo>
                  <a:lnTo>
                    <a:pt x="3696258" y="357565"/>
                  </a:lnTo>
                  <a:lnTo>
                    <a:pt x="3778397" y="344475"/>
                  </a:lnTo>
                  <a:lnTo>
                    <a:pt x="3860536" y="330100"/>
                  </a:lnTo>
                  <a:lnTo>
                    <a:pt x="3942675" y="314491"/>
                  </a:lnTo>
                  <a:lnTo>
                    <a:pt x="4024814" y="297712"/>
                  </a:lnTo>
                  <a:lnTo>
                    <a:pt x="4106953" y="279836"/>
                  </a:lnTo>
                  <a:lnTo>
                    <a:pt x="4189092" y="260984"/>
                  </a:lnTo>
                  <a:lnTo>
                    <a:pt x="4271231" y="241312"/>
                  </a:lnTo>
                  <a:lnTo>
                    <a:pt x="4353370" y="220982"/>
                  </a:lnTo>
                  <a:lnTo>
                    <a:pt x="4435509" y="200172"/>
                  </a:lnTo>
                  <a:lnTo>
                    <a:pt x="4517648" y="179091"/>
                  </a:lnTo>
                  <a:lnTo>
                    <a:pt x="4599787" y="157971"/>
                  </a:lnTo>
                  <a:lnTo>
                    <a:pt x="4681926" y="137050"/>
                  </a:lnTo>
                  <a:lnTo>
                    <a:pt x="4764065" y="116585"/>
                  </a:lnTo>
                  <a:lnTo>
                    <a:pt x="4846205" y="96872"/>
                  </a:lnTo>
                  <a:lnTo>
                    <a:pt x="4928344" y="78181"/>
                  </a:lnTo>
                  <a:lnTo>
                    <a:pt x="5010483" y="60798"/>
                  </a:lnTo>
                  <a:lnTo>
                    <a:pt x="5092622" y="45018"/>
                  </a:lnTo>
                  <a:lnTo>
                    <a:pt x="5174761" y="31193"/>
                  </a:lnTo>
                  <a:lnTo>
                    <a:pt x="5256900" y="19570"/>
                  </a:lnTo>
                  <a:lnTo>
                    <a:pt x="5339039" y="10406"/>
                  </a:lnTo>
                  <a:lnTo>
                    <a:pt x="5421178" y="3937"/>
                  </a:lnTo>
                  <a:lnTo>
                    <a:pt x="5503317" y="426"/>
                  </a:lnTo>
                  <a:lnTo>
                    <a:pt x="5585456" y="0"/>
                  </a:lnTo>
                  <a:lnTo>
                    <a:pt x="5667595" y="2714"/>
                  </a:lnTo>
                  <a:lnTo>
                    <a:pt x="5749734" y="8594"/>
                  </a:lnTo>
                  <a:lnTo>
                    <a:pt x="5831873" y="17636"/>
                  </a:lnTo>
                  <a:lnTo>
                    <a:pt x="5914012" y="29719"/>
                  </a:lnTo>
                  <a:lnTo>
                    <a:pt x="5996152" y="44595"/>
                  </a:lnTo>
                  <a:lnTo>
                    <a:pt x="6078291" y="62004"/>
                  </a:lnTo>
                  <a:lnTo>
                    <a:pt x="6160430" y="81646"/>
                  </a:lnTo>
                  <a:lnTo>
                    <a:pt x="6242569" y="103178"/>
                  </a:lnTo>
                  <a:lnTo>
                    <a:pt x="6324708" y="126166"/>
                  </a:lnTo>
                  <a:lnTo>
                    <a:pt x="6406847" y="150223"/>
                  </a:lnTo>
                  <a:lnTo>
                    <a:pt x="6488986" y="174980"/>
                  </a:lnTo>
                  <a:lnTo>
                    <a:pt x="6571125" y="200100"/>
                  </a:lnTo>
                  <a:lnTo>
                    <a:pt x="6653264" y="225289"/>
                  </a:lnTo>
                  <a:lnTo>
                    <a:pt x="6735403" y="250347"/>
                  </a:lnTo>
                  <a:lnTo>
                    <a:pt x="6817542" y="275167"/>
                  </a:lnTo>
                  <a:lnTo>
                    <a:pt x="6899681" y="299738"/>
                  </a:lnTo>
                  <a:lnTo>
                    <a:pt x="6981820" y="324181"/>
                  </a:lnTo>
                  <a:lnTo>
                    <a:pt x="7063959" y="348728"/>
                  </a:lnTo>
                  <a:lnTo>
                    <a:pt x="7146098" y="373721"/>
                  </a:lnTo>
                  <a:lnTo>
                    <a:pt x="7228238" y="399640"/>
                  </a:lnTo>
                  <a:lnTo>
                    <a:pt x="7310377" y="427054"/>
                  </a:lnTo>
                  <a:lnTo>
                    <a:pt x="7392516" y="456584"/>
                  </a:lnTo>
                  <a:lnTo>
                    <a:pt x="7474655" y="488916"/>
                  </a:lnTo>
                  <a:lnTo>
                    <a:pt x="7556794" y="524823"/>
                  </a:lnTo>
                  <a:lnTo>
                    <a:pt x="7638933" y="565080"/>
                  </a:lnTo>
                  <a:lnTo>
                    <a:pt x="7721072" y="610303"/>
                  </a:lnTo>
                  <a:lnTo>
                    <a:pt x="7803211" y="661110"/>
                  </a:lnTo>
                  <a:lnTo>
                    <a:pt x="7885350" y="718061"/>
                  </a:lnTo>
                  <a:lnTo>
                    <a:pt x="7967489" y="781676"/>
                  </a:lnTo>
                  <a:lnTo>
                    <a:pt x="8049628" y="852026"/>
                  </a:lnTo>
                  <a:lnTo>
                    <a:pt x="8131767" y="929153"/>
                  </a:lnTo>
                </a:path>
              </a:pathLst>
            </a:custGeom>
            <a:ln w="40651" cap="flat">
              <a:solidFill>
                <a:srgbClr val="8DDE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827552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4918009" y="2061121"/>
              <a:ext cx="1328702" cy="235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Avg. = 51.6</a:t>
              </a:r>
            </a:p>
          </p:txBody>
        </p:sp>
        <p:sp>
          <p:nvSpPr>
            <p:cNvPr id="13" name="pl12"/>
            <p:cNvSpPr/>
            <p:nvPr/>
          </p:nvSpPr>
          <p:spPr>
            <a:xfrm>
              <a:off x="1483818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945900" y="5306719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945900" y="4217460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04637" y="3128201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04637" y="203894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8" name="pl17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504237" y="5574886"/>
              <a:ext cx="282525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665918" y="5574886"/>
              <a:ext cx="282525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49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827599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989280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51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50961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52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312642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474324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636005" y="5578235"/>
              <a:ext cx="282525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984482" y="6077235"/>
              <a:ext cx="1453802" cy="2350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Sleep hours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-141529" y="3612951"/>
              <a:ext cx="917525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SLEEP HOURS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483818" y="2053129"/>
              <a:ext cx="10455130" cy="3354916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83818" y="4318787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83818" y="3229529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83818" y="2140270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  <a:lnTo>
                    <a:pt x="10455130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645499" y="2368942"/>
              <a:ext cx="8131767" cy="1095282"/>
            </a:xfrm>
            <a:custGeom>
              <a:avLst/>
              <a:pathLst>
                <a:path w="8131767" h="1095282">
                  <a:moveTo>
                    <a:pt x="0" y="1095282"/>
                  </a:moveTo>
                  <a:lnTo>
                    <a:pt x="82139" y="1022419"/>
                  </a:lnTo>
                  <a:lnTo>
                    <a:pt x="164278" y="955885"/>
                  </a:lnTo>
                  <a:lnTo>
                    <a:pt x="246417" y="895758"/>
                  </a:lnTo>
                  <a:lnTo>
                    <a:pt x="328556" y="842118"/>
                  </a:lnTo>
                  <a:lnTo>
                    <a:pt x="410695" y="794629"/>
                  </a:lnTo>
                  <a:lnTo>
                    <a:pt x="492834" y="752924"/>
                  </a:lnTo>
                  <a:lnTo>
                    <a:pt x="574973" y="716586"/>
                  </a:lnTo>
                  <a:lnTo>
                    <a:pt x="657112" y="685212"/>
                  </a:lnTo>
                  <a:lnTo>
                    <a:pt x="739251" y="658227"/>
                  </a:lnTo>
                  <a:lnTo>
                    <a:pt x="821390" y="635021"/>
                  </a:lnTo>
                  <a:lnTo>
                    <a:pt x="903529" y="615053"/>
                  </a:lnTo>
                  <a:lnTo>
                    <a:pt x="985668" y="597825"/>
                  </a:lnTo>
                  <a:lnTo>
                    <a:pt x="1067807" y="582846"/>
                  </a:lnTo>
                  <a:lnTo>
                    <a:pt x="1149946" y="569626"/>
                  </a:lnTo>
                  <a:lnTo>
                    <a:pt x="1232086" y="557782"/>
                  </a:lnTo>
                  <a:lnTo>
                    <a:pt x="1314225" y="546995"/>
                  </a:lnTo>
                  <a:lnTo>
                    <a:pt x="1396364" y="537011"/>
                  </a:lnTo>
                  <a:lnTo>
                    <a:pt x="1478503" y="527605"/>
                  </a:lnTo>
                  <a:lnTo>
                    <a:pt x="1560642" y="518640"/>
                  </a:lnTo>
                  <a:lnTo>
                    <a:pt x="1642781" y="510026"/>
                  </a:lnTo>
                  <a:lnTo>
                    <a:pt x="1724920" y="501731"/>
                  </a:lnTo>
                  <a:lnTo>
                    <a:pt x="1807059" y="493740"/>
                  </a:lnTo>
                  <a:lnTo>
                    <a:pt x="1889198" y="486078"/>
                  </a:lnTo>
                  <a:lnTo>
                    <a:pt x="1971337" y="478785"/>
                  </a:lnTo>
                  <a:lnTo>
                    <a:pt x="2053476" y="471920"/>
                  </a:lnTo>
                  <a:lnTo>
                    <a:pt x="2135615" y="465524"/>
                  </a:lnTo>
                  <a:lnTo>
                    <a:pt x="2217754" y="459631"/>
                  </a:lnTo>
                  <a:lnTo>
                    <a:pt x="2299893" y="454257"/>
                  </a:lnTo>
                  <a:lnTo>
                    <a:pt x="2382032" y="449406"/>
                  </a:lnTo>
                  <a:lnTo>
                    <a:pt x="2464172" y="445044"/>
                  </a:lnTo>
                  <a:lnTo>
                    <a:pt x="2546311" y="441104"/>
                  </a:lnTo>
                  <a:lnTo>
                    <a:pt x="2628450" y="437500"/>
                  </a:lnTo>
                  <a:lnTo>
                    <a:pt x="2710589" y="434122"/>
                  </a:lnTo>
                  <a:lnTo>
                    <a:pt x="2792728" y="430835"/>
                  </a:lnTo>
                  <a:lnTo>
                    <a:pt x="2874867" y="427487"/>
                  </a:lnTo>
                  <a:lnTo>
                    <a:pt x="2957006" y="423922"/>
                  </a:lnTo>
                  <a:lnTo>
                    <a:pt x="3039145" y="419978"/>
                  </a:lnTo>
                  <a:lnTo>
                    <a:pt x="3121284" y="415478"/>
                  </a:lnTo>
                  <a:lnTo>
                    <a:pt x="3203423" y="410279"/>
                  </a:lnTo>
                  <a:lnTo>
                    <a:pt x="3285562" y="404241"/>
                  </a:lnTo>
                  <a:lnTo>
                    <a:pt x="3367701" y="397238"/>
                  </a:lnTo>
                  <a:lnTo>
                    <a:pt x="3449840" y="389128"/>
                  </a:lnTo>
                  <a:lnTo>
                    <a:pt x="3531979" y="379850"/>
                  </a:lnTo>
                  <a:lnTo>
                    <a:pt x="3614119" y="369342"/>
                  </a:lnTo>
                  <a:lnTo>
                    <a:pt x="3696258" y="357565"/>
                  </a:lnTo>
                  <a:lnTo>
                    <a:pt x="3778397" y="344475"/>
                  </a:lnTo>
                  <a:lnTo>
                    <a:pt x="3860536" y="330100"/>
                  </a:lnTo>
                  <a:lnTo>
                    <a:pt x="3942675" y="314491"/>
                  </a:lnTo>
                  <a:lnTo>
                    <a:pt x="4024814" y="297712"/>
                  </a:lnTo>
                  <a:lnTo>
                    <a:pt x="4106953" y="279836"/>
                  </a:lnTo>
                  <a:lnTo>
                    <a:pt x="4189092" y="260984"/>
                  </a:lnTo>
                  <a:lnTo>
                    <a:pt x="4271231" y="241312"/>
                  </a:lnTo>
                  <a:lnTo>
                    <a:pt x="4353370" y="220982"/>
                  </a:lnTo>
                  <a:lnTo>
                    <a:pt x="4435509" y="200172"/>
                  </a:lnTo>
                  <a:lnTo>
                    <a:pt x="4517648" y="179091"/>
                  </a:lnTo>
                  <a:lnTo>
                    <a:pt x="4599787" y="157971"/>
                  </a:lnTo>
                  <a:lnTo>
                    <a:pt x="4681926" y="137050"/>
                  </a:lnTo>
                  <a:lnTo>
                    <a:pt x="4764065" y="116585"/>
                  </a:lnTo>
                  <a:lnTo>
                    <a:pt x="4846205" y="96872"/>
                  </a:lnTo>
                  <a:lnTo>
                    <a:pt x="4928344" y="78181"/>
                  </a:lnTo>
                  <a:lnTo>
                    <a:pt x="5010483" y="60798"/>
                  </a:lnTo>
                  <a:lnTo>
                    <a:pt x="5092622" y="45018"/>
                  </a:lnTo>
                  <a:lnTo>
                    <a:pt x="5174761" y="31193"/>
                  </a:lnTo>
                  <a:lnTo>
                    <a:pt x="5256900" y="19570"/>
                  </a:lnTo>
                  <a:lnTo>
                    <a:pt x="5339039" y="10406"/>
                  </a:lnTo>
                  <a:lnTo>
                    <a:pt x="5421178" y="3937"/>
                  </a:lnTo>
                  <a:lnTo>
                    <a:pt x="5503317" y="426"/>
                  </a:lnTo>
                  <a:lnTo>
                    <a:pt x="5585456" y="0"/>
                  </a:lnTo>
                  <a:lnTo>
                    <a:pt x="5667595" y="2714"/>
                  </a:lnTo>
                  <a:lnTo>
                    <a:pt x="5749734" y="8594"/>
                  </a:lnTo>
                  <a:lnTo>
                    <a:pt x="5831873" y="17636"/>
                  </a:lnTo>
                  <a:lnTo>
                    <a:pt x="5914012" y="29719"/>
                  </a:lnTo>
                  <a:lnTo>
                    <a:pt x="5996152" y="44595"/>
                  </a:lnTo>
                  <a:lnTo>
                    <a:pt x="6078291" y="62004"/>
                  </a:lnTo>
                  <a:lnTo>
                    <a:pt x="6160430" y="81646"/>
                  </a:lnTo>
                  <a:lnTo>
                    <a:pt x="6242569" y="103178"/>
                  </a:lnTo>
                  <a:lnTo>
                    <a:pt x="6324708" y="126166"/>
                  </a:lnTo>
                  <a:lnTo>
                    <a:pt x="6406847" y="150223"/>
                  </a:lnTo>
                  <a:lnTo>
                    <a:pt x="6488986" y="174980"/>
                  </a:lnTo>
                  <a:lnTo>
                    <a:pt x="6571125" y="200100"/>
                  </a:lnTo>
                  <a:lnTo>
                    <a:pt x="6653264" y="225289"/>
                  </a:lnTo>
                  <a:lnTo>
                    <a:pt x="6735403" y="250347"/>
                  </a:lnTo>
                  <a:lnTo>
                    <a:pt x="6817542" y="275167"/>
                  </a:lnTo>
                  <a:lnTo>
                    <a:pt x="6899681" y="299738"/>
                  </a:lnTo>
                  <a:lnTo>
                    <a:pt x="6981820" y="324181"/>
                  </a:lnTo>
                  <a:lnTo>
                    <a:pt x="7063959" y="348728"/>
                  </a:lnTo>
                  <a:lnTo>
                    <a:pt x="7146098" y="373721"/>
                  </a:lnTo>
                  <a:lnTo>
                    <a:pt x="7228238" y="399640"/>
                  </a:lnTo>
                  <a:lnTo>
                    <a:pt x="7310377" y="427054"/>
                  </a:lnTo>
                  <a:lnTo>
                    <a:pt x="7392516" y="456584"/>
                  </a:lnTo>
                  <a:lnTo>
                    <a:pt x="7474655" y="488916"/>
                  </a:lnTo>
                  <a:lnTo>
                    <a:pt x="7556794" y="524823"/>
                  </a:lnTo>
                  <a:lnTo>
                    <a:pt x="7638933" y="565080"/>
                  </a:lnTo>
                  <a:lnTo>
                    <a:pt x="7721072" y="610303"/>
                  </a:lnTo>
                  <a:lnTo>
                    <a:pt x="7803211" y="661110"/>
                  </a:lnTo>
                  <a:lnTo>
                    <a:pt x="7885350" y="718061"/>
                  </a:lnTo>
                  <a:lnTo>
                    <a:pt x="7967489" y="781676"/>
                  </a:lnTo>
                  <a:lnTo>
                    <a:pt x="8049628" y="852026"/>
                  </a:lnTo>
                  <a:lnTo>
                    <a:pt x="8131767" y="929153"/>
                  </a:lnTo>
                </a:path>
              </a:pathLst>
            </a:custGeom>
            <a:ln w="40651" cap="flat">
              <a:solidFill>
                <a:srgbClr val="8DDE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827552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4918009" y="2061121"/>
              <a:ext cx="1328702" cy="235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Avg. = 51.6</a:t>
              </a:r>
            </a:p>
          </p:txBody>
        </p:sp>
        <p:sp>
          <p:nvSpPr>
            <p:cNvPr id="13" name="pl12"/>
            <p:cNvSpPr/>
            <p:nvPr/>
          </p:nvSpPr>
          <p:spPr>
            <a:xfrm>
              <a:off x="1483818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945900" y="5306719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945900" y="4217460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04637" y="3128201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04637" y="203894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8" name="pl17"/>
            <p:cNvSpPr/>
            <p:nvPr/>
          </p:nvSpPr>
          <p:spPr>
            <a:xfrm>
              <a:off x="1483818" y="5408046"/>
              <a:ext cx="10455130" cy="0"/>
            </a:xfrm>
            <a:custGeom>
              <a:avLst/>
              <a:pathLst>
                <a:path w="10455130" h="0">
                  <a:moveTo>
                    <a:pt x="0" y="0"/>
                  </a:moveTo>
                  <a:lnTo>
                    <a:pt x="1045513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504237" y="5574886"/>
              <a:ext cx="282525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665918" y="5574886"/>
              <a:ext cx="282525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49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827599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989280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51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50961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52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312642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474324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636005" y="5578235"/>
              <a:ext cx="282525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984482" y="6077235"/>
              <a:ext cx="1453802" cy="2350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Sleep hours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-141529" y="3612951"/>
              <a:ext cx="917525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</p:grpSp>
      <p:grpSp xmlns:pic="http://schemas.openxmlformats.org/drawingml/2006/picture">
        <p:nvGrpSpPr>
          <p:cNvPr id="29" name=""/>
          <p:cNvGrpSpPr/>
          <p:nvPr/>
        </p:nvGrpSpPr>
        <p:grpSpPr>
          <a:xfrm>
            <a:off x="0" y="914400"/>
            <a:ext cx="12192000" cy="6858000"/>
            <a:chOff x="0" y="914400"/>
            <a:chExt cx="12192000" cy="6858000"/>
          </a:xfrm>
        </p:grpSpPr>
        <p:sp>
          <p:nvSpPr>
            <p:cNvPr id="30" name="rc3"/>
            <p:cNvSpPr/>
            <p:nvPr/>
          </p:nvSpPr>
          <p:spPr>
            <a:xfrm>
              <a:off x="8944067" y="1094399"/>
              <a:ext cx="3067932" cy="780820"/>
            </a:xfrm>
            <a:prstGeom prst="rect">
              <a:avLst/>
            </a:prstGeom>
            <a:solidFill>
              <a:srgbClr val="97E2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4"/>
            <p:cNvSpPr/>
            <p:nvPr/>
          </p:nvSpPr>
          <p:spPr>
            <a:xfrm>
              <a:off x="9160067" y="1187500"/>
              <a:ext cx="2635932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45C3C">
                      <a:alpha val="100000"/>
                    </a:srgbClr>
                  </a:solidFill>
                  <a:latin typeface="Arial"/>
                  <a:cs typeface="Arial"/>
                </a:rPr>
                <a:t>HBS Women Avg. = 51.4</a:t>
              </a:r>
            </a:p>
          </p:txBody>
        </p:sp>
        <p:sp>
          <p:nvSpPr>
            <p:cNvPr id="32" name="tx5"/>
            <p:cNvSpPr/>
            <p:nvPr/>
          </p:nvSpPr>
          <p:spPr>
            <a:xfrm>
              <a:off x="9344186" y="1516684"/>
              <a:ext cx="2267694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45C3C">
                      <a:alpha val="100000"/>
                    </a:srgbClr>
                  </a:solidFill>
                  <a:latin typeface="Arial"/>
                  <a:cs typeface="Arial"/>
                </a:rPr>
                <a:t>HBS Men Avg. = 51.3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EXERCISE HOURS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42556" y="2053129"/>
              <a:ext cx="10596392" cy="3354916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42556" y="5408046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42556" y="4645565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42556" y="3883084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42556" y="3120603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342556" y="2358122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965873" y="2734055"/>
              <a:ext cx="9349758" cy="1329663"/>
            </a:xfrm>
            <a:custGeom>
              <a:avLst/>
              <a:pathLst>
                <a:path w="9349758" h="1329663">
                  <a:moveTo>
                    <a:pt x="0" y="1329663"/>
                  </a:moveTo>
                  <a:lnTo>
                    <a:pt x="94442" y="1256182"/>
                  </a:lnTo>
                  <a:lnTo>
                    <a:pt x="188884" y="1185707"/>
                  </a:lnTo>
                  <a:lnTo>
                    <a:pt x="283326" y="1118444"/>
                  </a:lnTo>
                  <a:lnTo>
                    <a:pt x="377768" y="1054485"/>
                  </a:lnTo>
                  <a:lnTo>
                    <a:pt x="472210" y="993831"/>
                  </a:lnTo>
                  <a:lnTo>
                    <a:pt x="566652" y="936298"/>
                  </a:lnTo>
                  <a:lnTo>
                    <a:pt x="661094" y="881672"/>
                  </a:lnTo>
                  <a:lnTo>
                    <a:pt x="755536" y="829691"/>
                  </a:lnTo>
                  <a:lnTo>
                    <a:pt x="849978" y="780066"/>
                  </a:lnTo>
                  <a:lnTo>
                    <a:pt x="944420" y="732504"/>
                  </a:lnTo>
                  <a:lnTo>
                    <a:pt x="1038862" y="686754"/>
                  </a:lnTo>
                  <a:lnTo>
                    <a:pt x="1133304" y="642567"/>
                  </a:lnTo>
                  <a:lnTo>
                    <a:pt x="1227746" y="599755"/>
                  </a:lnTo>
                  <a:lnTo>
                    <a:pt x="1322188" y="558206"/>
                  </a:lnTo>
                  <a:lnTo>
                    <a:pt x="1416630" y="517869"/>
                  </a:lnTo>
                  <a:lnTo>
                    <a:pt x="1511072" y="478756"/>
                  </a:lnTo>
                  <a:lnTo>
                    <a:pt x="1605514" y="440939"/>
                  </a:lnTo>
                  <a:lnTo>
                    <a:pt x="1699956" y="404552"/>
                  </a:lnTo>
                  <a:lnTo>
                    <a:pt x="1794398" y="369717"/>
                  </a:lnTo>
                  <a:lnTo>
                    <a:pt x="1888840" y="336595"/>
                  </a:lnTo>
                  <a:lnTo>
                    <a:pt x="1983282" y="305346"/>
                  </a:lnTo>
                  <a:lnTo>
                    <a:pt x="2077724" y="276114"/>
                  </a:lnTo>
                  <a:lnTo>
                    <a:pt x="2172166" y="249021"/>
                  </a:lnTo>
                  <a:lnTo>
                    <a:pt x="2266608" y="224177"/>
                  </a:lnTo>
                  <a:lnTo>
                    <a:pt x="2361050" y="201611"/>
                  </a:lnTo>
                  <a:lnTo>
                    <a:pt x="2455492" y="181294"/>
                  </a:lnTo>
                  <a:lnTo>
                    <a:pt x="2549934" y="163162"/>
                  </a:lnTo>
                  <a:lnTo>
                    <a:pt x="2644376" y="147102"/>
                  </a:lnTo>
                  <a:lnTo>
                    <a:pt x="2738818" y="132955"/>
                  </a:lnTo>
                  <a:lnTo>
                    <a:pt x="2833260" y="120524"/>
                  </a:lnTo>
                  <a:lnTo>
                    <a:pt x="2927702" y="109594"/>
                  </a:lnTo>
                  <a:lnTo>
                    <a:pt x="3022144" y="99883"/>
                  </a:lnTo>
                  <a:lnTo>
                    <a:pt x="3116586" y="91129"/>
                  </a:lnTo>
                  <a:lnTo>
                    <a:pt x="3211028" y="83072"/>
                  </a:lnTo>
                  <a:lnTo>
                    <a:pt x="3305470" y="75472"/>
                  </a:lnTo>
                  <a:lnTo>
                    <a:pt x="3399912" y="68118"/>
                  </a:lnTo>
                  <a:lnTo>
                    <a:pt x="3494354" y="60842"/>
                  </a:lnTo>
                  <a:lnTo>
                    <a:pt x="3588796" y="53527"/>
                  </a:lnTo>
                  <a:lnTo>
                    <a:pt x="3683238" y="46126"/>
                  </a:lnTo>
                  <a:lnTo>
                    <a:pt x="3777680" y="38658"/>
                  </a:lnTo>
                  <a:lnTo>
                    <a:pt x="3872122" y="31216"/>
                  </a:lnTo>
                  <a:lnTo>
                    <a:pt x="3966564" y="23959"/>
                  </a:lnTo>
                  <a:lnTo>
                    <a:pt x="4061006" y="17110"/>
                  </a:lnTo>
                  <a:lnTo>
                    <a:pt x="4155448" y="10967"/>
                  </a:lnTo>
                  <a:lnTo>
                    <a:pt x="4249890" y="5840"/>
                  </a:lnTo>
                  <a:lnTo>
                    <a:pt x="4344332" y="2073"/>
                  </a:lnTo>
                  <a:lnTo>
                    <a:pt x="4438774" y="15"/>
                  </a:lnTo>
                  <a:lnTo>
                    <a:pt x="4533216" y="0"/>
                  </a:lnTo>
                  <a:lnTo>
                    <a:pt x="4627658" y="2330"/>
                  </a:lnTo>
                  <a:lnTo>
                    <a:pt x="4722100" y="7285"/>
                  </a:lnTo>
                  <a:lnTo>
                    <a:pt x="4816542" y="15057"/>
                  </a:lnTo>
                  <a:lnTo>
                    <a:pt x="4910984" y="25728"/>
                  </a:lnTo>
                  <a:lnTo>
                    <a:pt x="5005426" y="39317"/>
                  </a:lnTo>
                  <a:lnTo>
                    <a:pt x="5099868" y="55757"/>
                  </a:lnTo>
                  <a:lnTo>
                    <a:pt x="5194310" y="74891"/>
                  </a:lnTo>
                  <a:lnTo>
                    <a:pt x="5288752" y="96477"/>
                  </a:lnTo>
                  <a:lnTo>
                    <a:pt x="5383194" y="120231"/>
                  </a:lnTo>
                  <a:lnTo>
                    <a:pt x="5477636" y="145723"/>
                  </a:lnTo>
                  <a:lnTo>
                    <a:pt x="5572078" y="172519"/>
                  </a:lnTo>
                  <a:lnTo>
                    <a:pt x="5666520" y="200151"/>
                  </a:lnTo>
                  <a:lnTo>
                    <a:pt x="5760962" y="228133"/>
                  </a:lnTo>
                  <a:lnTo>
                    <a:pt x="5855404" y="255979"/>
                  </a:lnTo>
                  <a:lnTo>
                    <a:pt x="5949846" y="283206"/>
                  </a:lnTo>
                  <a:lnTo>
                    <a:pt x="6044288" y="309357"/>
                  </a:lnTo>
                  <a:lnTo>
                    <a:pt x="6138730" y="334036"/>
                  </a:lnTo>
                  <a:lnTo>
                    <a:pt x="6233172" y="356894"/>
                  </a:lnTo>
                  <a:lnTo>
                    <a:pt x="6327614" y="377642"/>
                  </a:lnTo>
                  <a:lnTo>
                    <a:pt x="6422056" y="396057"/>
                  </a:lnTo>
                  <a:lnTo>
                    <a:pt x="6516498" y="411985"/>
                  </a:lnTo>
                  <a:lnTo>
                    <a:pt x="6610940" y="425302"/>
                  </a:lnTo>
                  <a:lnTo>
                    <a:pt x="6705382" y="436043"/>
                  </a:lnTo>
                  <a:lnTo>
                    <a:pt x="6799824" y="444280"/>
                  </a:lnTo>
                  <a:lnTo>
                    <a:pt x="6894266" y="450152"/>
                  </a:lnTo>
                  <a:lnTo>
                    <a:pt x="6988708" y="453864"/>
                  </a:lnTo>
                  <a:lnTo>
                    <a:pt x="7083150" y="455687"/>
                  </a:lnTo>
                  <a:lnTo>
                    <a:pt x="7177592" y="455940"/>
                  </a:lnTo>
                  <a:lnTo>
                    <a:pt x="7272034" y="455019"/>
                  </a:lnTo>
                  <a:lnTo>
                    <a:pt x="7366476" y="453384"/>
                  </a:lnTo>
                  <a:lnTo>
                    <a:pt x="7460918" y="451525"/>
                  </a:lnTo>
                  <a:lnTo>
                    <a:pt x="7555360" y="449978"/>
                  </a:lnTo>
                  <a:lnTo>
                    <a:pt x="7649802" y="449316"/>
                  </a:lnTo>
                  <a:lnTo>
                    <a:pt x="7744244" y="450143"/>
                  </a:lnTo>
                  <a:lnTo>
                    <a:pt x="7838686" y="453135"/>
                  </a:lnTo>
                  <a:lnTo>
                    <a:pt x="7933128" y="458924"/>
                  </a:lnTo>
                  <a:lnTo>
                    <a:pt x="8027570" y="468152"/>
                  </a:lnTo>
                  <a:lnTo>
                    <a:pt x="8122012" y="481460"/>
                  </a:lnTo>
                  <a:lnTo>
                    <a:pt x="8216454" y="499460"/>
                  </a:lnTo>
                  <a:lnTo>
                    <a:pt x="8310896" y="522726"/>
                  </a:lnTo>
                  <a:lnTo>
                    <a:pt x="8405338" y="551805"/>
                  </a:lnTo>
                  <a:lnTo>
                    <a:pt x="8499780" y="587181"/>
                  </a:lnTo>
                  <a:lnTo>
                    <a:pt x="8594222" y="629106"/>
                  </a:lnTo>
                  <a:lnTo>
                    <a:pt x="8688664" y="677789"/>
                  </a:lnTo>
                  <a:lnTo>
                    <a:pt x="8783106" y="733306"/>
                  </a:lnTo>
                  <a:lnTo>
                    <a:pt x="8877548" y="795591"/>
                  </a:lnTo>
                  <a:lnTo>
                    <a:pt x="8971990" y="864422"/>
                  </a:lnTo>
                  <a:lnTo>
                    <a:pt x="9066432" y="939510"/>
                  </a:lnTo>
                  <a:lnTo>
                    <a:pt x="9160874" y="1020244"/>
                  </a:lnTo>
                  <a:lnTo>
                    <a:pt x="9255316" y="1105921"/>
                  </a:lnTo>
                  <a:lnTo>
                    <a:pt x="9349758" y="1195741"/>
                  </a:lnTo>
                </a:path>
              </a:pathLst>
            </a:custGeom>
            <a:ln w="40651" cap="flat">
              <a:solidFill>
                <a:srgbClr val="8DDE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6640752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5141067" y="2061862"/>
              <a:ext cx="1188026" cy="2342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Avg. = 7.5</a:t>
              </a:r>
            </a:p>
          </p:txBody>
        </p:sp>
        <p:sp>
          <p:nvSpPr>
            <p:cNvPr id="14" name="pl13"/>
            <p:cNvSpPr/>
            <p:nvPr/>
          </p:nvSpPr>
          <p:spPr>
            <a:xfrm>
              <a:off x="1342556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804637" y="5306719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04637" y="4544238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04637" y="3781757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04637" y="3019276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804637" y="2256795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8%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342556" y="5408046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1895242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141876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388510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635145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6881779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057782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304417" y="5578111"/>
              <a:ext cx="282525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551051" y="5578111"/>
              <a:ext cx="282525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730110" y="6127465"/>
              <a:ext cx="1821284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Exercise hours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-141529" y="3612951"/>
              <a:ext cx="917525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EXERCISE HOURS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42556" y="2053129"/>
              <a:ext cx="10596392" cy="3354916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42556" y="5408046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42556" y="4645565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42556" y="3883084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42556" y="3120603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342556" y="2358122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  <a:lnTo>
                    <a:pt x="1059639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965873" y="2734055"/>
              <a:ext cx="9349758" cy="1329663"/>
            </a:xfrm>
            <a:custGeom>
              <a:avLst/>
              <a:pathLst>
                <a:path w="9349758" h="1329663">
                  <a:moveTo>
                    <a:pt x="0" y="1329663"/>
                  </a:moveTo>
                  <a:lnTo>
                    <a:pt x="94442" y="1256182"/>
                  </a:lnTo>
                  <a:lnTo>
                    <a:pt x="188884" y="1185707"/>
                  </a:lnTo>
                  <a:lnTo>
                    <a:pt x="283326" y="1118444"/>
                  </a:lnTo>
                  <a:lnTo>
                    <a:pt x="377768" y="1054485"/>
                  </a:lnTo>
                  <a:lnTo>
                    <a:pt x="472210" y="993831"/>
                  </a:lnTo>
                  <a:lnTo>
                    <a:pt x="566652" y="936298"/>
                  </a:lnTo>
                  <a:lnTo>
                    <a:pt x="661094" y="881672"/>
                  </a:lnTo>
                  <a:lnTo>
                    <a:pt x="755536" y="829691"/>
                  </a:lnTo>
                  <a:lnTo>
                    <a:pt x="849978" y="780066"/>
                  </a:lnTo>
                  <a:lnTo>
                    <a:pt x="944420" y="732504"/>
                  </a:lnTo>
                  <a:lnTo>
                    <a:pt x="1038862" y="686754"/>
                  </a:lnTo>
                  <a:lnTo>
                    <a:pt x="1133304" y="642567"/>
                  </a:lnTo>
                  <a:lnTo>
                    <a:pt x="1227746" y="599755"/>
                  </a:lnTo>
                  <a:lnTo>
                    <a:pt x="1322188" y="558206"/>
                  </a:lnTo>
                  <a:lnTo>
                    <a:pt x="1416630" y="517869"/>
                  </a:lnTo>
                  <a:lnTo>
                    <a:pt x="1511072" y="478756"/>
                  </a:lnTo>
                  <a:lnTo>
                    <a:pt x="1605514" y="440939"/>
                  </a:lnTo>
                  <a:lnTo>
                    <a:pt x="1699956" y="404552"/>
                  </a:lnTo>
                  <a:lnTo>
                    <a:pt x="1794398" y="369717"/>
                  </a:lnTo>
                  <a:lnTo>
                    <a:pt x="1888840" y="336595"/>
                  </a:lnTo>
                  <a:lnTo>
                    <a:pt x="1983282" y="305346"/>
                  </a:lnTo>
                  <a:lnTo>
                    <a:pt x="2077724" y="276114"/>
                  </a:lnTo>
                  <a:lnTo>
                    <a:pt x="2172166" y="249021"/>
                  </a:lnTo>
                  <a:lnTo>
                    <a:pt x="2266608" y="224177"/>
                  </a:lnTo>
                  <a:lnTo>
                    <a:pt x="2361050" y="201611"/>
                  </a:lnTo>
                  <a:lnTo>
                    <a:pt x="2455492" y="181294"/>
                  </a:lnTo>
                  <a:lnTo>
                    <a:pt x="2549934" y="163162"/>
                  </a:lnTo>
                  <a:lnTo>
                    <a:pt x="2644376" y="147102"/>
                  </a:lnTo>
                  <a:lnTo>
                    <a:pt x="2738818" y="132955"/>
                  </a:lnTo>
                  <a:lnTo>
                    <a:pt x="2833260" y="120524"/>
                  </a:lnTo>
                  <a:lnTo>
                    <a:pt x="2927702" y="109594"/>
                  </a:lnTo>
                  <a:lnTo>
                    <a:pt x="3022144" y="99883"/>
                  </a:lnTo>
                  <a:lnTo>
                    <a:pt x="3116586" y="91129"/>
                  </a:lnTo>
                  <a:lnTo>
                    <a:pt x="3211028" y="83072"/>
                  </a:lnTo>
                  <a:lnTo>
                    <a:pt x="3305470" y="75472"/>
                  </a:lnTo>
                  <a:lnTo>
                    <a:pt x="3399912" y="68118"/>
                  </a:lnTo>
                  <a:lnTo>
                    <a:pt x="3494354" y="60842"/>
                  </a:lnTo>
                  <a:lnTo>
                    <a:pt x="3588796" y="53527"/>
                  </a:lnTo>
                  <a:lnTo>
                    <a:pt x="3683238" y="46126"/>
                  </a:lnTo>
                  <a:lnTo>
                    <a:pt x="3777680" y="38658"/>
                  </a:lnTo>
                  <a:lnTo>
                    <a:pt x="3872122" y="31216"/>
                  </a:lnTo>
                  <a:lnTo>
                    <a:pt x="3966564" y="23959"/>
                  </a:lnTo>
                  <a:lnTo>
                    <a:pt x="4061006" y="17110"/>
                  </a:lnTo>
                  <a:lnTo>
                    <a:pt x="4155448" y="10967"/>
                  </a:lnTo>
                  <a:lnTo>
                    <a:pt x="4249890" y="5840"/>
                  </a:lnTo>
                  <a:lnTo>
                    <a:pt x="4344332" y="2073"/>
                  </a:lnTo>
                  <a:lnTo>
                    <a:pt x="4438774" y="15"/>
                  </a:lnTo>
                  <a:lnTo>
                    <a:pt x="4533216" y="0"/>
                  </a:lnTo>
                  <a:lnTo>
                    <a:pt x="4627658" y="2330"/>
                  </a:lnTo>
                  <a:lnTo>
                    <a:pt x="4722100" y="7285"/>
                  </a:lnTo>
                  <a:lnTo>
                    <a:pt x="4816542" y="15057"/>
                  </a:lnTo>
                  <a:lnTo>
                    <a:pt x="4910984" y="25728"/>
                  </a:lnTo>
                  <a:lnTo>
                    <a:pt x="5005426" y="39317"/>
                  </a:lnTo>
                  <a:lnTo>
                    <a:pt x="5099868" y="55757"/>
                  </a:lnTo>
                  <a:lnTo>
                    <a:pt x="5194310" y="74891"/>
                  </a:lnTo>
                  <a:lnTo>
                    <a:pt x="5288752" y="96477"/>
                  </a:lnTo>
                  <a:lnTo>
                    <a:pt x="5383194" y="120231"/>
                  </a:lnTo>
                  <a:lnTo>
                    <a:pt x="5477636" y="145723"/>
                  </a:lnTo>
                  <a:lnTo>
                    <a:pt x="5572078" y="172519"/>
                  </a:lnTo>
                  <a:lnTo>
                    <a:pt x="5666520" y="200151"/>
                  </a:lnTo>
                  <a:lnTo>
                    <a:pt x="5760962" y="228133"/>
                  </a:lnTo>
                  <a:lnTo>
                    <a:pt x="5855404" y="255979"/>
                  </a:lnTo>
                  <a:lnTo>
                    <a:pt x="5949846" y="283206"/>
                  </a:lnTo>
                  <a:lnTo>
                    <a:pt x="6044288" y="309357"/>
                  </a:lnTo>
                  <a:lnTo>
                    <a:pt x="6138730" y="334036"/>
                  </a:lnTo>
                  <a:lnTo>
                    <a:pt x="6233172" y="356894"/>
                  </a:lnTo>
                  <a:lnTo>
                    <a:pt x="6327614" y="377642"/>
                  </a:lnTo>
                  <a:lnTo>
                    <a:pt x="6422056" y="396057"/>
                  </a:lnTo>
                  <a:lnTo>
                    <a:pt x="6516498" y="411985"/>
                  </a:lnTo>
                  <a:lnTo>
                    <a:pt x="6610940" y="425302"/>
                  </a:lnTo>
                  <a:lnTo>
                    <a:pt x="6705382" y="436043"/>
                  </a:lnTo>
                  <a:lnTo>
                    <a:pt x="6799824" y="444280"/>
                  </a:lnTo>
                  <a:lnTo>
                    <a:pt x="6894266" y="450152"/>
                  </a:lnTo>
                  <a:lnTo>
                    <a:pt x="6988708" y="453864"/>
                  </a:lnTo>
                  <a:lnTo>
                    <a:pt x="7083150" y="455687"/>
                  </a:lnTo>
                  <a:lnTo>
                    <a:pt x="7177592" y="455940"/>
                  </a:lnTo>
                  <a:lnTo>
                    <a:pt x="7272034" y="455019"/>
                  </a:lnTo>
                  <a:lnTo>
                    <a:pt x="7366476" y="453384"/>
                  </a:lnTo>
                  <a:lnTo>
                    <a:pt x="7460918" y="451525"/>
                  </a:lnTo>
                  <a:lnTo>
                    <a:pt x="7555360" y="449978"/>
                  </a:lnTo>
                  <a:lnTo>
                    <a:pt x="7649802" y="449316"/>
                  </a:lnTo>
                  <a:lnTo>
                    <a:pt x="7744244" y="450143"/>
                  </a:lnTo>
                  <a:lnTo>
                    <a:pt x="7838686" y="453135"/>
                  </a:lnTo>
                  <a:lnTo>
                    <a:pt x="7933128" y="458924"/>
                  </a:lnTo>
                  <a:lnTo>
                    <a:pt x="8027570" y="468152"/>
                  </a:lnTo>
                  <a:lnTo>
                    <a:pt x="8122012" y="481460"/>
                  </a:lnTo>
                  <a:lnTo>
                    <a:pt x="8216454" y="499460"/>
                  </a:lnTo>
                  <a:lnTo>
                    <a:pt x="8310896" y="522726"/>
                  </a:lnTo>
                  <a:lnTo>
                    <a:pt x="8405338" y="551805"/>
                  </a:lnTo>
                  <a:lnTo>
                    <a:pt x="8499780" y="587181"/>
                  </a:lnTo>
                  <a:lnTo>
                    <a:pt x="8594222" y="629106"/>
                  </a:lnTo>
                  <a:lnTo>
                    <a:pt x="8688664" y="677789"/>
                  </a:lnTo>
                  <a:lnTo>
                    <a:pt x="8783106" y="733306"/>
                  </a:lnTo>
                  <a:lnTo>
                    <a:pt x="8877548" y="795591"/>
                  </a:lnTo>
                  <a:lnTo>
                    <a:pt x="8971990" y="864422"/>
                  </a:lnTo>
                  <a:lnTo>
                    <a:pt x="9066432" y="939510"/>
                  </a:lnTo>
                  <a:lnTo>
                    <a:pt x="9160874" y="1020244"/>
                  </a:lnTo>
                  <a:lnTo>
                    <a:pt x="9255316" y="1105921"/>
                  </a:lnTo>
                  <a:lnTo>
                    <a:pt x="9349758" y="1195741"/>
                  </a:lnTo>
                </a:path>
              </a:pathLst>
            </a:custGeom>
            <a:ln w="40651" cap="flat">
              <a:solidFill>
                <a:srgbClr val="8DDE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6640752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5141067" y="2061862"/>
              <a:ext cx="1188026" cy="2342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Avg. = 7.5</a:t>
              </a:r>
            </a:p>
          </p:txBody>
        </p:sp>
        <p:sp>
          <p:nvSpPr>
            <p:cNvPr id="14" name="pl13"/>
            <p:cNvSpPr/>
            <p:nvPr/>
          </p:nvSpPr>
          <p:spPr>
            <a:xfrm>
              <a:off x="1342556" y="2053129"/>
              <a:ext cx="0" cy="3354916"/>
            </a:xfrm>
            <a:custGeom>
              <a:avLst/>
              <a:pathLst>
                <a:path w="0" h="3354916">
                  <a:moveTo>
                    <a:pt x="0" y="3354916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804637" y="5306719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04637" y="4544238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04637" y="3781757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04637" y="3019276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804637" y="2256795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8%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342556" y="5408046"/>
              <a:ext cx="10596392" cy="0"/>
            </a:xfrm>
            <a:custGeom>
              <a:avLst/>
              <a:pathLst>
                <a:path w="10596392" h="0">
                  <a:moveTo>
                    <a:pt x="0" y="0"/>
                  </a:moveTo>
                  <a:lnTo>
                    <a:pt x="10596392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1895242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141876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388510" y="55781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635145" y="5575010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6881779" y="5574886"/>
              <a:ext cx="141262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057782" y="557501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304417" y="5578111"/>
              <a:ext cx="282525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551051" y="5578111"/>
              <a:ext cx="282525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730110" y="6127465"/>
              <a:ext cx="1821284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Exercise hours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-141529" y="3612951"/>
              <a:ext cx="917525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</p:grpSp>
      <p:grpSp xmlns:pic="http://schemas.openxmlformats.org/drawingml/2006/picture">
        <p:nvGrpSpPr>
          <p:cNvPr id="31" name=""/>
          <p:cNvGrpSpPr/>
          <p:nvPr/>
        </p:nvGrpSpPr>
        <p:grpSpPr>
          <a:xfrm>
            <a:off x="0" y="914400"/>
            <a:ext cx="12192000" cy="6858000"/>
            <a:chOff x="0" y="914400"/>
            <a:chExt cx="12192000" cy="6858000"/>
          </a:xfrm>
        </p:grpSpPr>
        <p:sp>
          <p:nvSpPr>
            <p:cNvPr id="32" name="rc3"/>
            <p:cNvSpPr/>
            <p:nvPr/>
          </p:nvSpPr>
          <p:spPr>
            <a:xfrm>
              <a:off x="9071204" y="1094399"/>
              <a:ext cx="2940795" cy="780820"/>
            </a:xfrm>
            <a:prstGeom prst="rect">
              <a:avLst/>
            </a:prstGeom>
            <a:solidFill>
              <a:srgbClr val="97E2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4"/>
            <p:cNvSpPr/>
            <p:nvPr/>
          </p:nvSpPr>
          <p:spPr>
            <a:xfrm>
              <a:off x="9287204" y="1187500"/>
              <a:ext cx="2508795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45C3C">
                      <a:alpha val="100000"/>
                    </a:srgbClr>
                  </a:solidFill>
                  <a:latin typeface="Arial"/>
                  <a:cs typeface="Arial"/>
                </a:rPr>
                <a:t>HBS Women Avg. = 7.1</a:t>
              </a:r>
            </a:p>
          </p:txBody>
        </p:sp>
        <p:sp>
          <p:nvSpPr>
            <p:cNvPr id="34" name="tx5"/>
            <p:cNvSpPr/>
            <p:nvPr/>
          </p:nvSpPr>
          <p:spPr>
            <a:xfrm>
              <a:off x="9471323" y="1516684"/>
              <a:ext cx="2140557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145C3C">
                      <a:alpha val="100000"/>
                    </a:srgbClr>
                  </a:solidFill>
                  <a:latin typeface="Arial"/>
                  <a:cs typeface="Arial"/>
                </a:rPr>
                <a:t>HBS Men Avg. = 7.5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PERCENT MEETING MEANINGFULNESS+ AT WORK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473305"/>
              <a:ext cx="9949027" cy="403912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83924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16605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92867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81968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1464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47330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5053212" y="1809899"/>
              <a:ext cx="3316342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6476334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1736869" y="1473305"/>
              <a:ext cx="0" cy="4039125"/>
            </a:xfrm>
            <a:custGeom>
              <a:avLst/>
              <a:pathLst>
                <a:path w="0" h="4039125">
                  <a:moveTo>
                    <a:pt x="0" y="4039125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1198951" y="5411103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1057688" y="473791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057688" y="406472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057688" y="3391540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057688" y="271835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057688" y="20451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057688" y="137197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23" name="pl22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6443245" y="5680263"/>
              <a:ext cx="536277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-1093056" y="3373681"/>
              <a:ext cx="3323580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% Getting Meaningfulness+</a:t>
              </a:r>
            </a:p>
          </p:txBody>
        </p:sp>
        <p:sp>
          <p:nvSpPr>
            <p:cNvPr id="26" name="rc25"/>
            <p:cNvSpPr/>
            <p:nvPr/>
          </p:nvSpPr>
          <p:spPr>
            <a:xfrm>
              <a:off x="6610655" y="6193216"/>
              <a:ext cx="201455" cy="20145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1736869" y="1150763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PERCENT MEETING MEANINGFULNESS+ AT WORK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473305"/>
              <a:ext cx="9949027" cy="403912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83924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16605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92867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81968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1464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47330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514137" y="1809899"/>
              <a:ext cx="21763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5623208" y="1809899"/>
              <a:ext cx="2176349" cy="370253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732280" y="5512430"/>
              <a:ext cx="2176349" cy="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3367263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476334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8" name="pl17"/>
            <p:cNvSpPr/>
            <p:nvPr/>
          </p:nvSpPr>
          <p:spPr>
            <a:xfrm>
              <a:off x="1736869" y="1473305"/>
              <a:ext cx="0" cy="4039125"/>
            </a:xfrm>
            <a:custGeom>
              <a:avLst/>
              <a:pathLst>
                <a:path w="0" h="4039125">
                  <a:moveTo>
                    <a:pt x="0" y="4039125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1198951" y="5411103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057688" y="473791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057688" y="406472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057688" y="3391540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057688" y="271835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057688" y="20451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1057688" y="137197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26" name="pl2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3334174" y="5680263"/>
              <a:ext cx="536277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949383" y="5676914"/>
              <a:ext cx="1524000" cy="1881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 Women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-1093056" y="3373681"/>
              <a:ext cx="3323580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% Getting Meaningfulness+</a:t>
              </a:r>
            </a:p>
          </p:txBody>
        </p:sp>
        <p:sp>
          <p:nvSpPr>
            <p:cNvPr id="30" name="rc29"/>
            <p:cNvSpPr/>
            <p:nvPr/>
          </p:nvSpPr>
          <p:spPr>
            <a:xfrm>
              <a:off x="6456643" y="6193216"/>
              <a:ext cx="201456" cy="20145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6764667" y="6193216"/>
              <a:ext cx="201455" cy="20145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>
              <a:off x="1736869" y="1150763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PERCENT MEETING MEANINGFULNESS+ AT WORK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473305"/>
              <a:ext cx="9949027" cy="403912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83924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16605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92867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81968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1464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47330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514137" y="1809899"/>
              <a:ext cx="2176349" cy="37025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5623208" y="1809899"/>
              <a:ext cx="2176349" cy="370253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732280" y="2011855"/>
              <a:ext cx="2176349" cy="350057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3367263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476334" y="356746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9585405" y="3668444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52%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2514137" y="1809899"/>
              <a:ext cx="2176349" cy="0"/>
            </a:xfrm>
            <a:custGeom>
              <a:avLst/>
              <a:pathLst>
                <a:path w="2176349" h="0">
                  <a:moveTo>
                    <a:pt x="0" y="0"/>
                  </a:moveTo>
                  <a:lnTo>
                    <a:pt x="21763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5623208" y="1809899"/>
              <a:ext cx="2176349" cy="0"/>
            </a:xfrm>
            <a:custGeom>
              <a:avLst/>
              <a:pathLst>
                <a:path w="2176349" h="0">
                  <a:moveTo>
                    <a:pt x="0" y="0"/>
                  </a:moveTo>
                  <a:lnTo>
                    <a:pt x="21763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8732280" y="1944536"/>
              <a:ext cx="2176349" cy="0"/>
            </a:xfrm>
            <a:custGeom>
              <a:avLst/>
              <a:pathLst>
                <a:path w="2176349" h="0">
                  <a:moveTo>
                    <a:pt x="0" y="0"/>
                  </a:moveTo>
                  <a:lnTo>
                    <a:pt x="2176349" y="0"/>
                  </a:lnTo>
                </a:path>
              </a:pathLst>
            </a:custGeom>
            <a:ln w="40651" cap="flat">
              <a:solidFill>
                <a:srgbClr val="F9F87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3367263" y="137960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476334" y="137960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9585405" y="1514244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9F871">
                      <a:alpha val="100000"/>
                    </a:srgbClr>
                  </a:solidFill>
                  <a:latin typeface="Arial"/>
                  <a:cs typeface="Arial"/>
                </a:rPr>
                <a:t>53%</a:t>
              </a:r>
            </a:p>
          </p:txBody>
        </p:sp>
        <p:sp>
          <p:nvSpPr>
            <p:cNvPr id="25" name="pl24"/>
            <p:cNvSpPr/>
            <p:nvPr/>
          </p:nvSpPr>
          <p:spPr>
            <a:xfrm>
              <a:off x="1736869" y="1473305"/>
              <a:ext cx="0" cy="4039125"/>
            </a:xfrm>
            <a:custGeom>
              <a:avLst/>
              <a:pathLst>
                <a:path w="0" h="4039125">
                  <a:moveTo>
                    <a:pt x="0" y="4039125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1198951" y="5411103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57688" y="473791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57688" y="406472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057688" y="3391540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057688" y="2718353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057688" y="20451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057688" y="1371978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33" name="pl32"/>
            <p:cNvSpPr/>
            <p:nvPr/>
          </p:nvSpPr>
          <p:spPr>
            <a:xfrm>
              <a:off x="1736869" y="5512430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3"/>
            <p:cNvSpPr/>
            <p:nvPr/>
          </p:nvSpPr>
          <p:spPr>
            <a:xfrm>
              <a:off x="3334174" y="5680263"/>
              <a:ext cx="536277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949383" y="5676914"/>
              <a:ext cx="1524000" cy="1881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 Women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9263031" y="5676914"/>
              <a:ext cx="1114846" cy="1881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 Men</a:t>
              </a:r>
            </a:p>
          </p:txBody>
        </p:sp>
        <p:sp>
          <p:nvSpPr>
            <p:cNvPr id="37" name="tx36"/>
            <p:cNvSpPr/>
            <p:nvPr/>
          </p:nvSpPr>
          <p:spPr>
            <a:xfrm rot="-5400000">
              <a:off x="-1093056" y="3373681"/>
              <a:ext cx="3323580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% Getting Meaningfulness+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6302632" y="6193216"/>
              <a:ext cx="201455" cy="20145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610655" y="6193216"/>
              <a:ext cx="201455" cy="20145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6918679" y="6193216"/>
              <a:ext cx="201455" cy="20145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1736869" y="1150763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LIFE SATISFACTION BY INCOME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69760" y="1852881"/>
              <a:ext cx="10316137" cy="3302113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69760" y="5154995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69760" y="4211534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69760" y="3268073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69760" y="2324612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064115" y="3692630"/>
              <a:ext cx="991936" cy="146236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047988" y="3669044"/>
              <a:ext cx="991936" cy="148595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031861" y="3526137"/>
              <a:ext cx="991936" cy="162885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8015733" y="3276497"/>
              <a:ext cx="991936" cy="187849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9999606" y="2080024"/>
              <a:ext cx="991936" cy="307497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2396828" y="4336192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3.1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4380700" y="4324399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3.2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364573" y="4252946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3.5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348445" y="4128125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4.0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0332318" y="3529889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6.5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2560084" y="2080024"/>
              <a:ext cx="7935490" cy="1612606"/>
            </a:xfrm>
            <a:custGeom>
              <a:avLst/>
              <a:pathLst>
                <a:path w="7935490" h="1612606">
                  <a:moveTo>
                    <a:pt x="0" y="1612606"/>
                  </a:moveTo>
                  <a:lnTo>
                    <a:pt x="7935490" y="0"/>
                  </a:lnTo>
                </a:path>
              </a:pathLst>
            </a:custGeom>
            <a:ln w="54202" cap="flat">
              <a:solidFill>
                <a:srgbClr val="F9F8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369760" y="1852881"/>
              <a:ext cx="0" cy="3302113"/>
            </a:xfrm>
            <a:custGeom>
              <a:avLst/>
              <a:pathLst>
                <a:path w="0" h="3302113">
                  <a:moveTo>
                    <a:pt x="0" y="3302113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1057688" y="5060241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057688" y="4119880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057688" y="3176419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1057688" y="2229858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6" name="pl25"/>
            <p:cNvSpPr/>
            <p:nvPr/>
          </p:nvSpPr>
          <p:spPr>
            <a:xfrm>
              <a:off x="1369760" y="5154995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1628358" y="5324316"/>
              <a:ext cx="578941" cy="183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Less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2277868" y="5322828"/>
              <a:ext cx="536153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than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2884591" y="5321959"/>
              <a:ext cx="60721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150K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3795537" y="5321959"/>
              <a:ext cx="60721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150K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473325" y="5481578"/>
              <a:ext cx="141262" cy="260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–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685157" y="5321959"/>
              <a:ext cx="60721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250K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779409" y="5321959"/>
              <a:ext cx="60721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250K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457197" y="5481578"/>
              <a:ext cx="141262" cy="260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–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6669029" y="5321959"/>
              <a:ext cx="60721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500K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7918807" y="5321959"/>
              <a:ext cx="60721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500K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8596595" y="5472772"/>
              <a:ext cx="84583" cy="34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-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8751749" y="5325060"/>
              <a:ext cx="352846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1M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9677081" y="5322828"/>
              <a:ext cx="606846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More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10354497" y="5322828"/>
              <a:ext cx="536153" cy="1847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than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10961220" y="5325060"/>
              <a:ext cx="352846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1M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5892705" y="5809302"/>
              <a:ext cx="1270248" cy="2499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Income ($)</a:t>
              </a:r>
            </a:p>
          </p:txBody>
        </p:sp>
        <p:sp>
          <p:nvSpPr>
            <p:cNvPr id="43" name="tx42"/>
            <p:cNvSpPr/>
            <p:nvPr/>
          </p:nvSpPr>
          <p:spPr>
            <a:xfrm rot="-5400000">
              <a:off x="-387052" y="3409866"/>
              <a:ext cx="1961802" cy="1881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Life Satisfaction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1369760" y="1530340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KIDS - AVERAGE NUMBER BY REUNION CLASS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69760" y="1852881"/>
              <a:ext cx="10316137" cy="3265749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69760" y="5118631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69760" y="4030048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69760" y="2941465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69760" y="1852881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810083" y="3395041"/>
              <a:ext cx="629032" cy="17235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3068149" y="2941465"/>
              <a:ext cx="629032" cy="217716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4326214" y="3281647"/>
              <a:ext cx="629032" cy="183698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5584280" y="3159181"/>
              <a:ext cx="629032" cy="1959449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6842345" y="3414762"/>
              <a:ext cx="629032" cy="1703869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100411" y="2836793"/>
              <a:ext cx="629032" cy="228183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9358476" y="2964143"/>
              <a:ext cx="629032" cy="215448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0616542" y="2976580"/>
              <a:ext cx="629032" cy="214205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1961343" y="4169216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219409" y="3942427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477475" y="4115386"/>
              <a:ext cx="32651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1.7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735540" y="4051171"/>
              <a:ext cx="326511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1.8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993606" y="4179076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8251671" y="3892959"/>
              <a:ext cx="32651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2.1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9509737" y="3953767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10767802" y="3959985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26" name="pl25"/>
            <p:cNvSpPr/>
            <p:nvPr/>
          </p:nvSpPr>
          <p:spPr>
            <a:xfrm>
              <a:off x="1369760" y="1852881"/>
              <a:ext cx="0" cy="3265749"/>
            </a:xfrm>
            <a:custGeom>
              <a:avLst/>
              <a:pathLst>
                <a:path w="0" h="3265749">
                  <a:moveTo>
                    <a:pt x="0" y="3265749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1057688" y="5023877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57688" y="3938394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057688" y="2849811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057688" y="1758127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1" name="pl30"/>
            <p:cNvSpPr/>
            <p:nvPr/>
          </p:nvSpPr>
          <p:spPr>
            <a:xfrm>
              <a:off x="1369760" y="5118631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>
              <a:off x="1963629" y="5325060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2104892" y="5289937"/>
              <a:ext cx="180677" cy="144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3216139" y="5325184"/>
              <a:ext cx="141262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3357401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4403573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686098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5661638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944164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919704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202229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8177769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8460295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9435835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9718360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0634568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10917093" y="5287059"/>
              <a:ext cx="310455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645712" y="5871189"/>
              <a:ext cx="1764233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Reunion Class</a:t>
              </a:r>
            </a:p>
          </p:txBody>
        </p:sp>
        <p:sp>
          <p:nvSpPr>
            <p:cNvPr id="49" name="tx48"/>
            <p:cNvSpPr/>
            <p:nvPr/>
          </p:nvSpPr>
          <p:spPr>
            <a:xfrm rot="-5400000">
              <a:off x="-591443" y="3391746"/>
              <a:ext cx="2370708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Number of Children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1369760" y="1530340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LIFE SATISFACTION BY NUMBER OF CHILDREN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69760" y="1852881"/>
              <a:ext cx="10316137" cy="3302113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69760" y="5154995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69760" y="4211534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69760" y="3268073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69760" y="2324612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  <a:lnTo>
                    <a:pt x="1031613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229438" y="2369704"/>
              <a:ext cx="1228111" cy="27852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685661" y="2339078"/>
              <a:ext cx="1228111" cy="281591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7141885" y="2203081"/>
              <a:ext cx="1228111" cy="2951913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9598108" y="2397405"/>
              <a:ext cx="1228111" cy="2757589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2680238" y="3674614"/>
              <a:ext cx="326511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5.9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5136461" y="3659416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6.0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592684" y="3591418"/>
              <a:ext cx="326511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6.3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10048908" y="3688465"/>
              <a:ext cx="326511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5.8</a:t>
              </a:r>
            </a:p>
          </p:txBody>
        </p:sp>
        <p:sp>
          <p:nvSpPr>
            <p:cNvPr id="18" name="pl17"/>
            <p:cNvSpPr/>
            <p:nvPr/>
          </p:nvSpPr>
          <p:spPr>
            <a:xfrm>
              <a:off x="2843494" y="2369704"/>
              <a:ext cx="7368669" cy="27701"/>
            </a:xfrm>
            <a:custGeom>
              <a:avLst/>
              <a:pathLst>
                <a:path w="7368669" h="27701">
                  <a:moveTo>
                    <a:pt x="0" y="0"/>
                  </a:moveTo>
                  <a:lnTo>
                    <a:pt x="7368669" y="27701"/>
                  </a:lnTo>
                </a:path>
              </a:pathLst>
            </a:custGeom>
            <a:ln w="54202" cap="flat">
              <a:solidFill>
                <a:srgbClr val="F9F8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369760" y="1852881"/>
              <a:ext cx="0" cy="3302113"/>
            </a:xfrm>
            <a:custGeom>
              <a:avLst/>
              <a:pathLst>
                <a:path w="0" h="3302113">
                  <a:moveTo>
                    <a:pt x="0" y="3302113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19"/>
            <p:cNvSpPr/>
            <p:nvPr/>
          </p:nvSpPr>
          <p:spPr>
            <a:xfrm>
              <a:off x="1057688" y="5060241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057688" y="4119880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057688" y="3176419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057688" y="2229858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4" name="pl23"/>
            <p:cNvSpPr/>
            <p:nvPr/>
          </p:nvSpPr>
          <p:spPr>
            <a:xfrm>
              <a:off x="1369760" y="5154995"/>
              <a:ext cx="10316137" cy="0"/>
            </a:xfrm>
            <a:custGeom>
              <a:avLst/>
              <a:pathLst>
                <a:path w="10316137" h="0">
                  <a:moveTo>
                    <a:pt x="0" y="0"/>
                  </a:moveTo>
                  <a:lnTo>
                    <a:pt x="1031613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2772863" y="5321959"/>
              <a:ext cx="14126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5229086" y="5325060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7685309" y="5325060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067366" y="5321959"/>
              <a:ext cx="289594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3+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342475" y="5871189"/>
              <a:ext cx="2370708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Number of Children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-372851" y="3409990"/>
              <a:ext cx="1933649" cy="1878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Life satisfaction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369760" y="1530340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PERCENT MEETING MEANINGFULNESS+ AT WORK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852881"/>
              <a:ext cx="9949027" cy="3265749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118631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535461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395229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369122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78595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20278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3319669" y="2366071"/>
              <a:ext cx="2261142" cy="275256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7841955" y="1896619"/>
              <a:ext cx="2261142" cy="322201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4215191" y="3648652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47%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8737477" y="341392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6" name="pl15"/>
            <p:cNvSpPr/>
            <p:nvPr/>
          </p:nvSpPr>
          <p:spPr>
            <a:xfrm>
              <a:off x="1736869" y="1852881"/>
              <a:ext cx="0" cy="3265749"/>
            </a:xfrm>
            <a:custGeom>
              <a:avLst/>
              <a:pathLst>
                <a:path w="0" h="3265749">
                  <a:moveTo>
                    <a:pt x="0" y="3265749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1198951" y="5017304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057688" y="4434134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057688" y="385096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057688" y="3267795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057688" y="2684626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057688" y="2101456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3" name="pl22"/>
            <p:cNvSpPr/>
            <p:nvPr/>
          </p:nvSpPr>
          <p:spPr>
            <a:xfrm>
              <a:off x="1736869" y="5118631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4289271" y="5325060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430533" y="5289937"/>
              <a:ext cx="180677" cy="144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806000" y="5325184"/>
              <a:ext cx="141262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8947263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829267" y="5871189"/>
              <a:ext cx="1764233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Reunion Class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-1481373" y="3366570"/>
              <a:ext cx="4100214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Percent Meeting Meaningfulness+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736869" y="1530340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PERCENT MEETING MEANINGFULNESS+ AT WORK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1999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736869" y="1852881"/>
              <a:ext cx="9949027" cy="3265749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736869" y="5118631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69" y="4574339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36869" y="4030048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36869" y="3485756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736869" y="2941465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36869" y="2397173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36869" y="1852881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  <a:lnTo>
                    <a:pt x="9949027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161523" y="2549575"/>
              <a:ext cx="606648" cy="256905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3374819" y="2111420"/>
              <a:ext cx="606648" cy="300721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4588115" y="2321199"/>
              <a:ext cx="606648" cy="279743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5801411" y="2043383"/>
              <a:ext cx="606648" cy="307524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7014707" y="2097813"/>
              <a:ext cx="606648" cy="302081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8228004" y="1980225"/>
              <a:ext cx="606648" cy="313840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9441300" y="2153425"/>
              <a:ext cx="606648" cy="296520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10654596" y="1892002"/>
              <a:ext cx="606648" cy="32266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2229798" y="3740404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443094" y="3521327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656390" y="3626216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51%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869686" y="3487309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082982" y="3514523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56%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296278" y="3455729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58%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509574" y="3542329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722870" y="3411618"/>
              <a:ext cx="470099" cy="1777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59%</a:t>
              </a:r>
            </a:p>
          </p:txBody>
        </p:sp>
        <p:sp>
          <p:nvSpPr>
            <p:cNvPr id="29" name="pl28"/>
            <p:cNvSpPr/>
            <p:nvPr/>
          </p:nvSpPr>
          <p:spPr>
            <a:xfrm>
              <a:off x="1736869" y="1852881"/>
              <a:ext cx="0" cy="3265749"/>
            </a:xfrm>
            <a:custGeom>
              <a:avLst/>
              <a:pathLst>
                <a:path w="0" h="3265749">
                  <a:moveTo>
                    <a:pt x="0" y="3265749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1198951" y="5017304"/>
              <a:ext cx="367109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057688" y="4473012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057688" y="3928721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057688" y="3384429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57688" y="2840137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057688" y="2295846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057688" y="1751554"/>
              <a:ext cx="50837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37" name="pl36"/>
            <p:cNvSpPr/>
            <p:nvPr/>
          </p:nvSpPr>
          <p:spPr>
            <a:xfrm>
              <a:off x="1736869" y="5118631"/>
              <a:ext cx="9949027" cy="0"/>
            </a:xfrm>
            <a:custGeom>
              <a:avLst/>
              <a:pathLst>
                <a:path w="9949027" h="0">
                  <a:moveTo>
                    <a:pt x="0" y="0"/>
                  </a:moveTo>
                  <a:lnTo>
                    <a:pt x="9949027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>
              <a:off x="2303877" y="5325060"/>
              <a:ext cx="141262" cy="182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445140" y="5289937"/>
              <a:ext cx="180677" cy="144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3511617" y="5325184"/>
              <a:ext cx="141262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3652880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654282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936807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867578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150103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7080874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7363399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8294170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8576695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9507466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9789991" y="5287059"/>
              <a:ext cx="191789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10661429" y="532195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10943955" y="5287059"/>
              <a:ext cx="310455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829267" y="5871189"/>
              <a:ext cx="1764233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Reunion Class</a:t>
              </a:r>
            </a:p>
          </p:txBody>
        </p:sp>
        <p:sp>
          <p:nvSpPr>
            <p:cNvPr id="55" name="tx54"/>
            <p:cNvSpPr/>
            <p:nvPr/>
          </p:nvSpPr>
          <p:spPr>
            <a:xfrm rot="-5400000">
              <a:off x="-1481373" y="3366570"/>
              <a:ext cx="4100214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Percent Meeting Meaningfulness+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1736869" y="1530340"/>
              <a:ext cx="9174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CURRENT SAMPLE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l3"/>
            <p:cNvSpPr/>
            <p:nvPr/>
          </p:nvSpPr>
          <p:spPr>
            <a:xfrm>
              <a:off x="0" y="3703320"/>
              <a:ext cx="12192000" cy="0"/>
            </a:xfrm>
            <a:custGeom>
              <a:avLst/>
              <a:pathLst>
                <a:path w="12192000" h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148096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t5"/>
            <p:cNvSpPr/>
            <p:nvPr/>
          </p:nvSpPr>
          <p:spPr>
            <a:xfrm>
              <a:off x="1687490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6"/>
            <p:cNvSpPr/>
            <p:nvPr/>
          </p:nvSpPr>
          <p:spPr>
            <a:xfrm>
              <a:off x="3226884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4766278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6305671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7845065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9384459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10923853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527252" y="3624097"/>
              <a:ext cx="361738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38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066646" y="3624255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606040" y="3624097"/>
              <a:ext cx="361738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49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145433" y="3624255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45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684827" y="3628225"/>
              <a:ext cx="361738" cy="2337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24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224221" y="3624255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53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9763615" y="3624097"/>
              <a:ext cx="361738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1303009" y="3624255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32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02019" y="2729901"/>
              <a:ext cx="180869" cy="2337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82888" y="2684929"/>
              <a:ext cx="231334" cy="185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034299" y="2730059"/>
              <a:ext cx="180869" cy="233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21516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483258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844996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022652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384390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562046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923784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10144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846317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640834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002572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110426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1465998" y="2681245"/>
              <a:ext cx="397499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LIFE SATISFACTION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l3"/>
            <p:cNvSpPr/>
            <p:nvPr/>
          </p:nvSpPr>
          <p:spPr>
            <a:xfrm>
              <a:off x="0" y="3703320"/>
              <a:ext cx="12192000" cy="0"/>
            </a:xfrm>
            <a:custGeom>
              <a:avLst/>
              <a:pathLst>
                <a:path w="12192000" h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148096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t5"/>
            <p:cNvSpPr/>
            <p:nvPr/>
          </p:nvSpPr>
          <p:spPr>
            <a:xfrm>
              <a:off x="1687490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6"/>
            <p:cNvSpPr/>
            <p:nvPr/>
          </p:nvSpPr>
          <p:spPr>
            <a:xfrm>
              <a:off x="3226884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4766278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6305671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7845065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9384459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10923853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482074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6.1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021468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6.4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560862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6.3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100256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5.6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639650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6.1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179044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5.6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9718438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6.0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1257832" y="3628384"/>
              <a:ext cx="452093" cy="233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5.7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02019" y="2729901"/>
              <a:ext cx="180869" cy="2337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82888" y="2684929"/>
              <a:ext cx="231334" cy="185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034299" y="2730059"/>
              <a:ext cx="180869" cy="233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21516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483258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844996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022652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384390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562046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923784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10144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846317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640834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002572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110426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1465998" y="2681245"/>
              <a:ext cx="397499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TQI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l3"/>
            <p:cNvSpPr/>
            <p:nvPr/>
          </p:nvSpPr>
          <p:spPr>
            <a:xfrm>
              <a:off x="0" y="3703320"/>
              <a:ext cx="12192000" cy="0"/>
            </a:xfrm>
            <a:custGeom>
              <a:avLst/>
              <a:pathLst>
                <a:path w="12192000" h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148096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t5"/>
            <p:cNvSpPr/>
            <p:nvPr/>
          </p:nvSpPr>
          <p:spPr>
            <a:xfrm>
              <a:off x="1687490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6"/>
            <p:cNvSpPr/>
            <p:nvPr/>
          </p:nvSpPr>
          <p:spPr>
            <a:xfrm>
              <a:off x="3226884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4766278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6305671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7845065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9384459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10923853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482074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6.2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021468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6.4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560862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6.3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100256" y="3628384"/>
              <a:ext cx="452093" cy="233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5.7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639650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6.1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179044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5.6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9718438" y="3624255"/>
              <a:ext cx="452093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6.0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1257832" y="3628384"/>
              <a:ext cx="452093" cy="233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5.7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02019" y="2729901"/>
              <a:ext cx="180869" cy="2337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82888" y="2684929"/>
              <a:ext cx="231334" cy="185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034299" y="2730059"/>
              <a:ext cx="180869" cy="233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21516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483258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844996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022652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384390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562046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923784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10144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846317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640834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002572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110426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1465998" y="2681245"/>
              <a:ext cx="397499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PERCENT MEETING MEANINGFULNESS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l3"/>
            <p:cNvSpPr/>
            <p:nvPr/>
          </p:nvSpPr>
          <p:spPr>
            <a:xfrm>
              <a:off x="0" y="3703320"/>
              <a:ext cx="12192000" cy="0"/>
            </a:xfrm>
            <a:custGeom>
              <a:avLst/>
              <a:pathLst>
                <a:path w="12192000" h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148096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t5"/>
            <p:cNvSpPr/>
            <p:nvPr/>
          </p:nvSpPr>
          <p:spPr>
            <a:xfrm>
              <a:off x="1687490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6"/>
            <p:cNvSpPr/>
            <p:nvPr/>
          </p:nvSpPr>
          <p:spPr>
            <a:xfrm>
              <a:off x="3226884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4766278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6305671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7845065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9384459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10923853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382668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1922061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53%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461455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51%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000849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63%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540243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079637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9619031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1158425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02019" y="2729901"/>
              <a:ext cx="180869" cy="2337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82888" y="2684929"/>
              <a:ext cx="231334" cy="185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034299" y="2730059"/>
              <a:ext cx="180869" cy="233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21516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483258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844996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022652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384390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562046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923784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10144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846317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640834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002572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110426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1465998" y="2681245"/>
              <a:ext cx="397499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PERCENT MEETING MEANINGFULNESS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l3"/>
            <p:cNvSpPr/>
            <p:nvPr/>
          </p:nvSpPr>
          <p:spPr>
            <a:xfrm>
              <a:off x="0" y="3703320"/>
              <a:ext cx="12192000" cy="0"/>
            </a:xfrm>
            <a:custGeom>
              <a:avLst/>
              <a:pathLst>
                <a:path w="12192000" h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148096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t5"/>
            <p:cNvSpPr/>
            <p:nvPr/>
          </p:nvSpPr>
          <p:spPr>
            <a:xfrm>
              <a:off x="1687490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6"/>
            <p:cNvSpPr/>
            <p:nvPr/>
          </p:nvSpPr>
          <p:spPr>
            <a:xfrm>
              <a:off x="3226884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4766278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6305671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7845065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9384459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10923853" y="3143295"/>
              <a:ext cx="1120050" cy="1120050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6000" cap="rnd">
              <a:solidFill>
                <a:srgbClr val="01A3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382668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1922061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53%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461455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51%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000849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63%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540243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079637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9619031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1158425" y="3615839"/>
              <a:ext cx="650906" cy="246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333232">
                      <a:alpha val="100000"/>
                    </a:srgbClr>
                  </a:solidFill>
                  <a:latin typeface="Arial"/>
                  <a:cs typeface="Arial"/>
                </a:rPr>
                <a:t>54%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02019" y="2729901"/>
              <a:ext cx="180869" cy="2337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82888" y="2684929"/>
              <a:ext cx="231334" cy="185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034299" y="2730059"/>
              <a:ext cx="180869" cy="233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21516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483258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844996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022652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384390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562046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923784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10144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8463178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640834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002572" y="2681245"/>
              <a:ext cx="245562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1104260" y="2725931"/>
              <a:ext cx="361738" cy="237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1465998" y="2681245"/>
              <a:ext cx="397499" cy="1892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HIGH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3130701" y="1167938"/>
              <a:ext cx="5930596" cy="845127"/>
            </a:xfrm>
            <a:prstGeom prst="rect">
              <a:avLst/>
            </a:pr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3130701" y="2224347"/>
              <a:ext cx="5930596" cy="845127"/>
            </a:xfrm>
            <a:prstGeom prst="rect">
              <a:avLst/>
            </a:pr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130701" y="3280756"/>
              <a:ext cx="5930596" cy="845127"/>
            </a:xfrm>
            <a:prstGeom prst="rect">
              <a:avLst/>
            </a:pr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3130701" y="4337165"/>
              <a:ext cx="5930596" cy="845127"/>
            </a:xfrm>
            <a:prstGeom prst="rect">
              <a:avLst/>
            </a:pr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130701" y="5393574"/>
              <a:ext cx="5930596" cy="845127"/>
            </a:xfrm>
            <a:prstGeom prst="rect">
              <a:avLst/>
            </a:pr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2697182" y="1156983"/>
              <a:ext cx="867037" cy="867037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2697182" y="2213392"/>
              <a:ext cx="867037" cy="867037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2697182" y="3269801"/>
              <a:ext cx="867037" cy="867037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2697182" y="4326210"/>
              <a:ext cx="867037" cy="867037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2697182" y="5382619"/>
              <a:ext cx="867037" cy="867037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3030218" y="1512932"/>
              <a:ext cx="200965" cy="259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030218" y="2569341"/>
              <a:ext cx="200965" cy="259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3030218" y="3621339"/>
              <a:ext cx="200965" cy="264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3030218" y="4682160"/>
              <a:ext cx="200965" cy="259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3030218" y="5738745"/>
              <a:ext cx="200965" cy="2595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723761" y="1507333"/>
              <a:ext cx="1680700" cy="305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723761" y="2567712"/>
              <a:ext cx="1644971" cy="301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723761" y="3624121"/>
              <a:ext cx="1282916" cy="301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723761" y="4676561"/>
              <a:ext cx="1915084" cy="305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 Up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23761" y="5732970"/>
              <a:ext cx="2872944" cy="305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 with Others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086303" y="1469022"/>
              <a:ext cx="777308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 hrs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086303" y="2525431"/>
              <a:ext cx="777308" cy="237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 hrs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086303" y="3582952"/>
              <a:ext cx="777308" cy="2367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8086303" y="4639361"/>
              <a:ext cx="777308" cy="2367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086303" y="5694976"/>
              <a:ext cx="777308" cy="23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HIGH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g3"/>
            <p:cNvSpPr/>
            <p:nvPr/>
          </p:nvSpPr>
          <p:spPr>
            <a:xfrm>
              <a:off x="1748597" y="1972945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1961071" y="2547545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6" name="pg5"/>
            <p:cNvSpPr/>
            <p:nvPr/>
          </p:nvSpPr>
          <p:spPr>
            <a:xfrm>
              <a:off x="1748597" y="2894902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1961071" y="3469502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8" name="pg7"/>
            <p:cNvSpPr/>
            <p:nvPr/>
          </p:nvSpPr>
          <p:spPr>
            <a:xfrm>
              <a:off x="1748597" y="3816859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tx8"/>
            <p:cNvSpPr/>
            <p:nvPr/>
          </p:nvSpPr>
          <p:spPr>
            <a:xfrm>
              <a:off x="1961071" y="4391459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0" name="pg9"/>
            <p:cNvSpPr/>
            <p:nvPr/>
          </p:nvSpPr>
          <p:spPr>
            <a:xfrm>
              <a:off x="1748597" y="4738816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1961071" y="5313416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2" name="pg11"/>
            <p:cNvSpPr/>
            <p:nvPr/>
          </p:nvSpPr>
          <p:spPr>
            <a:xfrm>
              <a:off x="1748597" y="5660773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961071" y="6235373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4" name="pg13"/>
            <p:cNvSpPr/>
            <p:nvPr/>
          </p:nvSpPr>
          <p:spPr>
            <a:xfrm>
              <a:off x="6504643" y="1972945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6717117" y="2547545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6" name="pg15"/>
            <p:cNvSpPr/>
            <p:nvPr/>
          </p:nvSpPr>
          <p:spPr>
            <a:xfrm>
              <a:off x="6504643" y="2894902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6717117" y="3469502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6504643" y="3816859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6717117" y="4391459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0" name="pg19"/>
            <p:cNvSpPr/>
            <p:nvPr/>
          </p:nvSpPr>
          <p:spPr>
            <a:xfrm>
              <a:off x="6504643" y="4738816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6717117" y="5313416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6504643" y="5660773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6717117" y="6235373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1780788" y="1159242"/>
              <a:ext cx="3874377" cy="570566"/>
            </a:xfrm>
            <a:custGeom>
              <a:avLst/>
              <a:pathLst>
                <a:path w="3874377" h="570566">
                  <a:moveTo>
                    <a:pt x="182120" y="570566"/>
                  </a:moveTo>
                  <a:lnTo>
                    <a:pt x="3692257" y="570566"/>
                  </a:lnTo>
                  <a:lnTo>
                    <a:pt x="3684924" y="570418"/>
                  </a:lnTo>
                  <a:lnTo>
                    <a:pt x="3714209" y="569238"/>
                  </a:lnTo>
                  <a:lnTo>
                    <a:pt x="3742926" y="563375"/>
                  </a:lnTo>
                  <a:lnTo>
                    <a:pt x="3770331" y="552982"/>
                  </a:lnTo>
                  <a:lnTo>
                    <a:pt x="3795713" y="538327"/>
                  </a:lnTo>
                  <a:lnTo>
                    <a:pt x="3818416" y="519791"/>
                  </a:lnTo>
                  <a:lnTo>
                    <a:pt x="3837852" y="497853"/>
                  </a:lnTo>
                  <a:lnTo>
                    <a:pt x="3853516" y="473081"/>
                  </a:lnTo>
                  <a:lnTo>
                    <a:pt x="3865005" y="446117"/>
                  </a:lnTo>
                  <a:lnTo>
                    <a:pt x="3872019" y="417659"/>
                  </a:lnTo>
                  <a:lnTo>
                    <a:pt x="3874377" y="388445"/>
                  </a:lnTo>
                  <a:lnTo>
                    <a:pt x="3874377" y="182120"/>
                  </a:lnTo>
                  <a:lnTo>
                    <a:pt x="3872019" y="152906"/>
                  </a:lnTo>
                  <a:lnTo>
                    <a:pt x="3865005" y="124448"/>
                  </a:lnTo>
                  <a:lnTo>
                    <a:pt x="3853516" y="97484"/>
                  </a:lnTo>
                  <a:lnTo>
                    <a:pt x="3837852" y="72712"/>
                  </a:lnTo>
                  <a:lnTo>
                    <a:pt x="3818416" y="50774"/>
                  </a:lnTo>
                  <a:lnTo>
                    <a:pt x="3795713" y="32238"/>
                  </a:lnTo>
                  <a:lnTo>
                    <a:pt x="3770331" y="17583"/>
                  </a:lnTo>
                  <a:lnTo>
                    <a:pt x="3742926" y="7190"/>
                  </a:lnTo>
                  <a:lnTo>
                    <a:pt x="3714209" y="1327"/>
                  </a:lnTo>
                  <a:lnTo>
                    <a:pt x="3692257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1910874" y="1599722"/>
              <a:ext cx="3614205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     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6536833" y="1159242"/>
              <a:ext cx="3874377" cy="570566"/>
            </a:xfrm>
            <a:custGeom>
              <a:avLst/>
              <a:pathLst>
                <a:path w="3874377" h="570566">
                  <a:moveTo>
                    <a:pt x="182120" y="570566"/>
                  </a:moveTo>
                  <a:lnTo>
                    <a:pt x="3692257" y="570566"/>
                  </a:lnTo>
                  <a:lnTo>
                    <a:pt x="3684924" y="570418"/>
                  </a:lnTo>
                  <a:lnTo>
                    <a:pt x="3714209" y="569238"/>
                  </a:lnTo>
                  <a:lnTo>
                    <a:pt x="3742926" y="563375"/>
                  </a:lnTo>
                  <a:lnTo>
                    <a:pt x="3770331" y="552982"/>
                  </a:lnTo>
                  <a:lnTo>
                    <a:pt x="3795713" y="538327"/>
                  </a:lnTo>
                  <a:lnTo>
                    <a:pt x="3818416" y="519791"/>
                  </a:lnTo>
                  <a:lnTo>
                    <a:pt x="3837852" y="497853"/>
                  </a:lnTo>
                  <a:lnTo>
                    <a:pt x="3853516" y="473081"/>
                  </a:lnTo>
                  <a:lnTo>
                    <a:pt x="3865005" y="446117"/>
                  </a:lnTo>
                  <a:lnTo>
                    <a:pt x="3872019" y="417659"/>
                  </a:lnTo>
                  <a:lnTo>
                    <a:pt x="3874377" y="388445"/>
                  </a:lnTo>
                  <a:lnTo>
                    <a:pt x="3874377" y="182120"/>
                  </a:lnTo>
                  <a:lnTo>
                    <a:pt x="3872019" y="152906"/>
                  </a:lnTo>
                  <a:lnTo>
                    <a:pt x="3865005" y="124448"/>
                  </a:lnTo>
                  <a:lnTo>
                    <a:pt x="3853516" y="97484"/>
                  </a:lnTo>
                  <a:lnTo>
                    <a:pt x="3837852" y="72712"/>
                  </a:lnTo>
                  <a:lnTo>
                    <a:pt x="3818416" y="50774"/>
                  </a:lnTo>
                  <a:lnTo>
                    <a:pt x="3795713" y="32238"/>
                  </a:lnTo>
                  <a:lnTo>
                    <a:pt x="3770331" y="17583"/>
                  </a:lnTo>
                  <a:lnTo>
                    <a:pt x="3742926" y="7190"/>
                  </a:lnTo>
                  <a:lnTo>
                    <a:pt x="3714209" y="1327"/>
                  </a:lnTo>
                  <a:lnTo>
                    <a:pt x="3692257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6666919" y="1599722"/>
              <a:ext cx="3614205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     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934460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934460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934460" y="4076901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934460" y="4995991"/>
              <a:ext cx="138311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 Up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934460" y="5744657"/>
              <a:ext cx="1957121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 TV with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934460" y="6140669"/>
              <a:ext cx="757044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Others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690505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6690505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690505" y="4074034"/>
              <a:ext cx="138311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 Up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6690505" y="4998858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6690505" y="5964511"/>
              <a:ext cx="2166423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with Others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4809477" y="2278861"/>
              <a:ext cx="692017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 hrs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940104" y="3200704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 hrs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4940104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940104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940104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9696150" y="2278747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 hrs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9696150" y="3201621"/>
              <a:ext cx="561389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 hrs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9696150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9696150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9696150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3412805" y="1337672"/>
              <a:ext cx="610342" cy="21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8168851" y="1333861"/>
              <a:ext cx="610342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HIGH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g3"/>
            <p:cNvSpPr/>
            <p:nvPr/>
          </p:nvSpPr>
          <p:spPr>
            <a:xfrm>
              <a:off x="1748597" y="1972945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1961071" y="2547545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6" name="pg5"/>
            <p:cNvSpPr/>
            <p:nvPr/>
          </p:nvSpPr>
          <p:spPr>
            <a:xfrm>
              <a:off x="1748597" y="2894902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1961071" y="3469502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8" name="pg7"/>
            <p:cNvSpPr/>
            <p:nvPr/>
          </p:nvSpPr>
          <p:spPr>
            <a:xfrm>
              <a:off x="1748597" y="3816859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tx8"/>
            <p:cNvSpPr/>
            <p:nvPr/>
          </p:nvSpPr>
          <p:spPr>
            <a:xfrm>
              <a:off x="1961071" y="4391459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0" name="pg9"/>
            <p:cNvSpPr/>
            <p:nvPr/>
          </p:nvSpPr>
          <p:spPr>
            <a:xfrm>
              <a:off x="1748597" y="4738816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1961071" y="5313416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2" name="pg11"/>
            <p:cNvSpPr/>
            <p:nvPr/>
          </p:nvSpPr>
          <p:spPr>
            <a:xfrm>
              <a:off x="1748597" y="5660773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961071" y="6235373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4" name="pg13"/>
            <p:cNvSpPr/>
            <p:nvPr/>
          </p:nvSpPr>
          <p:spPr>
            <a:xfrm>
              <a:off x="6504643" y="1972945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6717117" y="2547545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6" name="pg15"/>
            <p:cNvSpPr/>
            <p:nvPr/>
          </p:nvSpPr>
          <p:spPr>
            <a:xfrm>
              <a:off x="6504643" y="2894902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6717117" y="3469502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6504643" y="3816859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6717117" y="4391459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0" name="pg19"/>
            <p:cNvSpPr/>
            <p:nvPr/>
          </p:nvSpPr>
          <p:spPr>
            <a:xfrm>
              <a:off x="6504643" y="4738816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6717117" y="5313416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6504643" y="5660773"/>
              <a:ext cx="3938758" cy="787073"/>
            </a:xfrm>
            <a:custGeom>
              <a:avLst/>
              <a:pathLst>
                <a:path w="3938758" h="787073">
                  <a:moveTo>
                    <a:pt x="212473" y="787073"/>
                  </a:moveTo>
                  <a:lnTo>
                    <a:pt x="3726284" y="787073"/>
                  </a:lnTo>
                  <a:lnTo>
                    <a:pt x="3717729" y="786901"/>
                  </a:lnTo>
                  <a:lnTo>
                    <a:pt x="3751895" y="785524"/>
                  </a:lnTo>
                  <a:lnTo>
                    <a:pt x="3785398" y="778685"/>
                  </a:lnTo>
                  <a:lnTo>
                    <a:pt x="3817370" y="766559"/>
                  </a:lnTo>
                  <a:lnTo>
                    <a:pt x="3846983" y="749462"/>
                  </a:lnTo>
                  <a:lnTo>
                    <a:pt x="3873470" y="727836"/>
                  </a:lnTo>
                  <a:lnTo>
                    <a:pt x="3896145" y="702242"/>
                  </a:lnTo>
                  <a:lnTo>
                    <a:pt x="3914421" y="673341"/>
                  </a:lnTo>
                  <a:lnTo>
                    <a:pt x="3927824" y="641883"/>
                  </a:lnTo>
                  <a:lnTo>
                    <a:pt x="3936007" y="608683"/>
                  </a:lnTo>
                  <a:lnTo>
                    <a:pt x="3938758" y="574600"/>
                  </a:lnTo>
                  <a:lnTo>
                    <a:pt x="3938758" y="212473"/>
                  </a:lnTo>
                  <a:lnTo>
                    <a:pt x="3936007" y="178390"/>
                  </a:lnTo>
                  <a:lnTo>
                    <a:pt x="3927824" y="145190"/>
                  </a:lnTo>
                  <a:lnTo>
                    <a:pt x="3914421" y="113732"/>
                  </a:lnTo>
                  <a:lnTo>
                    <a:pt x="3896145" y="84831"/>
                  </a:lnTo>
                  <a:lnTo>
                    <a:pt x="3873470" y="59237"/>
                  </a:lnTo>
                  <a:lnTo>
                    <a:pt x="3846983" y="37611"/>
                  </a:lnTo>
                  <a:lnTo>
                    <a:pt x="3817370" y="20514"/>
                  </a:lnTo>
                  <a:lnTo>
                    <a:pt x="3785398" y="8388"/>
                  </a:lnTo>
                  <a:lnTo>
                    <a:pt x="3751895" y="1549"/>
                  </a:lnTo>
                  <a:lnTo>
                    <a:pt x="3726284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6717117" y="6235373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1780788" y="1159242"/>
              <a:ext cx="3874377" cy="570566"/>
            </a:xfrm>
            <a:custGeom>
              <a:avLst/>
              <a:pathLst>
                <a:path w="3874377" h="570566">
                  <a:moveTo>
                    <a:pt x="182120" y="570566"/>
                  </a:moveTo>
                  <a:lnTo>
                    <a:pt x="3692257" y="570566"/>
                  </a:lnTo>
                  <a:lnTo>
                    <a:pt x="3684924" y="570418"/>
                  </a:lnTo>
                  <a:lnTo>
                    <a:pt x="3714209" y="569238"/>
                  </a:lnTo>
                  <a:lnTo>
                    <a:pt x="3742926" y="563375"/>
                  </a:lnTo>
                  <a:lnTo>
                    <a:pt x="3770331" y="552982"/>
                  </a:lnTo>
                  <a:lnTo>
                    <a:pt x="3795713" y="538327"/>
                  </a:lnTo>
                  <a:lnTo>
                    <a:pt x="3818416" y="519791"/>
                  </a:lnTo>
                  <a:lnTo>
                    <a:pt x="3837852" y="497853"/>
                  </a:lnTo>
                  <a:lnTo>
                    <a:pt x="3853516" y="473081"/>
                  </a:lnTo>
                  <a:lnTo>
                    <a:pt x="3865005" y="446117"/>
                  </a:lnTo>
                  <a:lnTo>
                    <a:pt x="3872019" y="417659"/>
                  </a:lnTo>
                  <a:lnTo>
                    <a:pt x="3874377" y="388445"/>
                  </a:lnTo>
                  <a:lnTo>
                    <a:pt x="3874377" y="182120"/>
                  </a:lnTo>
                  <a:lnTo>
                    <a:pt x="3872019" y="152906"/>
                  </a:lnTo>
                  <a:lnTo>
                    <a:pt x="3865005" y="124448"/>
                  </a:lnTo>
                  <a:lnTo>
                    <a:pt x="3853516" y="97484"/>
                  </a:lnTo>
                  <a:lnTo>
                    <a:pt x="3837852" y="72712"/>
                  </a:lnTo>
                  <a:lnTo>
                    <a:pt x="3818416" y="50774"/>
                  </a:lnTo>
                  <a:lnTo>
                    <a:pt x="3795713" y="32238"/>
                  </a:lnTo>
                  <a:lnTo>
                    <a:pt x="3770331" y="17583"/>
                  </a:lnTo>
                  <a:lnTo>
                    <a:pt x="3742926" y="7190"/>
                  </a:lnTo>
                  <a:lnTo>
                    <a:pt x="3714209" y="1327"/>
                  </a:lnTo>
                  <a:lnTo>
                    <a:pt x="3692257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1910874" y="1599722"/>
              <a:ext cx="3614205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     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6536833" y="1159242"/>
              <a:ext cx="3874377" cy="570566"/>
            </a:xfrm>
            <a:custGeom>
              <a:avLst/>
              <a:pathLst>
                <a:path w="3874377" h="570566">
                  <a:moveTo>
                    <a:pt x="182120" y="570566"/>
                  </a:moveTo>
                  <a:lnTo>
                    <a:pt x="3692257" y="570566"/>
                  </a:lnTo>
                  <a:lnTo>
                    <a:pt x="3684924" y="570418"/>
                  </a:lnTo>
                  <a:lnTo>
                    <a:pt x="3714209" y="569238"/>
                  </a:lnTo>
                  <a:lnTo>
                    <a:pt x="3742926" y="563375"/>
                  </a:lnTo>
                  <a:lnTo>
                    <a:pt x="3770331" y="552982"/>
                  </a:lnTo>
                  <a:lnTo>
                    <a:pt x="3795713" y="538327"/>
                  </a:lnTo>
                  <a:lnTo>
                    <a:pt x="3818416" y="519791"/>
                  </a:lnTo>
                  <a:lnTo>
                    <a:pt x="3837852" y="497853"/>
                  </a:lnTo>
                  <a:lnTo>
                    <a:pt x="3853516" y="473081"/>
                  </a:lnTo>
                  <a:lnTo>
                    <a:pt x="3865005" y="446117"/>
                  </a:lnTo>
                  <a:lnTo>
                    <a:pt x="3872019" y="417659"/>
                  </a:lnTo>
                  <a:lnTo>
                    <a:pt x="3874377" y="388445"/>
                  </a:lnTo>
                  <a:lnTo>
                    <a:pt x="3874377" y="182120"/>
                  </a:lnTo>
                  <a:lnTo>
                    <a:pt x="3872019" y="152906"/>
                  </a:lnTo>
                  <a:lnTo>
                    <a:pt x="3865005" y="124448"/>
                  </a:lnTo>
                  <a:lnTo>
                    <a:pt x="3853516" y="97484"/>
                  </a:lnTo>
                  <a:lnTo>
                    <a:pt x="3837852" y="72712"/>
                  </a:lnTo>
                  <a:lnTo>
                    <a:pt x="3818416" y="50774"/>
                  </a:lnTo>
                  <a:lnTo>
                    <a:pt x="3795713" y="32238"/>
                  </a:lnTo>
                  <a:lnTo>
                    <a:pt x="3770331" y="17583"/>
                  </a:lnTo>
                  <a:lnTo>
                    <a:pt x="3742926" y="7190"/>
                  </a:lnTo>
                  <a:lnTo>
                    <a:pt x="3714209" y="1327"/>
                  </a:lnTo>
                  <a:lnTo>
                    <a:pt x="3692257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6666919" y="1599722"/>
              <a:ext cx="3614205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     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934460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934460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934460" y="4076901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934460" y="4995991"/>
              <a:ext cx="138311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 Up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934460" y="5744657"/>
              <a:ext cx="1957121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 TV with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934460" y="6140669"/>
              <a:ext cx="757044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Others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690505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6690505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690505" y="4074034"/>
              <a:ext cx="138311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 Up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6690505" y="4998858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6690505" y="5917948"/>
              <a:ext cx="2153464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with Family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4809477" y="2278861"/>
              <a:ext cx="692017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 hrs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940104" y="3200704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 hrs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4940104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940104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940104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9565522" y="2278861"/>
              <a:ext cx="692017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 hrs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9696150" y="3201621"/>
              <a:ext cx="561389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 hrs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9696150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9696150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9696150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3412805" y="1337672"/>
              <a:ext cx="610342" cy="21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8168851" y="1333861"/>
              <a:ext cx="610342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HIGH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g3"/>
            <p:cNvSpPr/>
            <p:nvPr/>
          </p:nvSpPr>
          <p:spPr>
            <a:xfrm>
              <a:off x="865854" y="1972945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1078328" y="2547545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6" name="pg5"/>
            <p:cNvSpPr/>
            <p:nvPr/>
          </p:nvSpPr>
          <p:spPr>
            <a:xfrm>
              <a:off x="865854" y="2894902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1078328" y="3469502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8" name="pg7"/>
            <p:cNvSpPr/>
            <p:nvPr/>
          </p:nvSpPr>
          <p:spPr>
            <a:xfrm>
              <a:off x="865854" y="3816859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tx8"/>
            <p:cNvSpPr/>
            <p:nvPr/>
          </p:nvSpPr>
          <p:spPr>
            <a:xfrm>
              <a:off x="1078328" y="4391459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0" name="pg9"/>
            <p:cNvSpPr/>
            <p:nvPr/>
          </p:nvSpPr>
          <p:spPr>
            <a:xfrm>
              <a:off x="865854" y="4738816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1078328" y="5313416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2" name="pg11"/>
            <p:cNvSpPr/>
            <p:nvPr/>
          </p:nvSpPr>
          <p:spPr>
            <a:xfrm>
              <a:off x="865854" y="5660773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078328" y="6235373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4" name="pg13"/>
            <p:cNvSpPr/>
            <p:nvPr/>
          </p:nvSpPr>
          <p:spPr>
            <a:xfrm>
              <a:off x="4478001" y="1972945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4690475" y="2547545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6" name="pg15"/>
            <p:cNvSpPr/>
            <p:nvPr/>
          </p:nvSpPr>
          <p:spPr>
            <a:xfrm>
              <a:off x="4478001" y="2894902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4690475" y="3469502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4478001" y="3816859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4690475" y="4391459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0" name="pg19"/>
            <p:cNvSpPr/>
            <p:nvPr/>
          </p:nvSpPr>
          <p:spPr>
            <a:xfrm>
              <a:off x="4478001" y="4738816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4690475" y="5313416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4478001" y="5660773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4690475" y="6235373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8090148" y="1972945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8302622" y="2547545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8090148" y="2894902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8302622" y="3469502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8090148" y="3816859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8302622" y="4391459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8090148" y="4738816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8302622" y="5313416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8090148" y="5660773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8302622" y="6235373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34" name="pg33"/>
            <p:cNvSpPr/>
            <p:nvPr/>
          </p:nvSpPr>
          <p:spPr>
            <a:xfrm>
              <a:off x="847847" y="1159242"/>
              <a:ext cx="3272010" cy="570566"/>
            </a:xfrm>
            <a:custGeom>
              <a:avLst/>
              <a:pathLst>
                <a:path w="3272010" h="570566">
                  <a:moveTo>
                    <a:pt x="182120" y="570566"/>
                  </a:moveTo>
                  <a:lnTo>
                    <a:pt x="3089889" y="570566"/>
                  </a:lnTo>
                  <a:lnTo>
                    <a:pt x="3082556" y="570418"/>
                  </a:lnTo>
                  <a:lnTo>
                    <a:pt x="3111841" y="569238"/>
                  </a:lnTo>
                  <a:lnTo>
                    <a:pt x="3140558" y="563375"/>
                  </a:lnTo>
                  <a:lnTo>
                    <a:pt x="3167963" y="552982"/>
                  </a:lnTo>
                  <a:lnTo>
                    <a:pt x="3193345" y="538327"/>
                  </a:lnTo>
                  <a:lnTo>
                    <a:pt x="3216048" y="519791"/>
                  </a:lnTo>
                  <a:lnTo>
                    <a:pt x="3235484" y="497853"/>
                  </a:lnTo>
                  <a:lnTo>
                    <a:pt x="3251149" y="473081"/>
                  </a:lnTo>
                  <a:lnTo>
                    <a:pt x="3262637" y="446117"/>
                  </a:lnTo>
                  <a:lnTo>
                    <a:pt x="3269651" y="417659"/>
                  </a:lnTo>
                  <a:lnTo>
                    <a:pt x="3272010" y="388445"/>
                  </a:lnTo>
                  <a:lnTo>
                    <a:pt x="3272010" y="182120"/>
                  </a:lnTo>
                  <a:lnTo>
                    <a:pt x="3269651" y="152906"/>
                  </a:lnTo>
                  <a:lnTo>
                    <a:pt x="3262637" y="124448"/>
                  </a:lnTo>
                  <a:lnTo>
                    <a:pt x="3251149" y="97484"/>
                  </a:lnTo>
                  <a:lnTo>
                    <a:pt x="3235484" y="72712"/>
                  </a:lnTo>
                  <a:lnTo>
                    <a:pt x="3216048" y="50774"/>
                  </a:lnTo>
                  <a:lnTo>
                    <a:pt x="3193345" y="32238"/>
                  </a:lnTo>
                  <a:lnTo>
                    <a:pt x="3167963" y="17583"/>
                  </a:lnTo>
                  <a:lnTo>
                    <a:pt x="3140558" y="7190"/>
                  </a:lnTo>
                  <a:lnTo>
                    <a:pt x="3111841" y="1327"/>
                  </a:lnTo>
                  <a:lnTo>
                    <a:pt x="3089889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977933" y="1599722"/>
              <a:ext cx="30118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36" name="pg35"/>
            <p:cNvSpPr/>
            <p:nvPr/>
          </p:nvSpPr>
          <p:spPr>
            <a:xfrm>
              <a:off x="4459994" y="1159242"/>
              <a:ext cx="3272010" cy="570566"/>
            </a:xfrm>
            <a:custGeom>
              <a:avLst/>
              <a:pathLst>
                <a:path w="3272010" h="570566">
                  <a:moveTo>
                    <a:pt x="182120" y="570566"/>
                  </a:moveTo>
                  <a:lnTo>
                    <a:pt x="3089889" y="570566"/>
                  </a:lnTo>
                  <a:lnTo>
                    <a:pt x="3082556" y="570418"/>
                  </a:lnTo>
                  <a:lnTo>
                    <a:pt x="3111841" y="569238"/>
                  </a:lnTo>
                  <a:lnTo>
                    <a:pt x="3140558" y="563375"/>
                  </a:lnTo>
                  <a:lnTo>
                    <a:pt x="3167963" y="552982"/>
                  </a:lnTo>
                  <a:lnTo>
                    <a:pt x="3193345" y="538327"/>
                  </a:lnTo>
                  <a:lnTo>
                    <a:pt x="3216048" y="519791"/>
                  </a:lnTo>
                  <a:lnTo>
                    <a:pt x="3235484" y="497853"/>
                  </a:lnTo>
                  <a:lnTo>
                    <a:pt x="3251149" y="473081"/>
                  </a:lnTo>
                  <a:lnTo>
                    <a:pt x="3262637" y="446117"/>
                  </a:lnTo>
                  <a:lnTo>
                    <a:pt x="3269651" y="417659"/>
                  </a:lnTo>
                  <a:lnTo>
                    <a:pt x="3272010" y="388445"/>
                  </a:lnTo>
                  <a:lnTo>
                    <a:pt x="3272010" y="182120"/>
                  </a:lnTo>
                  <a:lnTo>
                    <a:pt x="3269651" y="152906"/>
                  </a:lnTo>
                  <a:lnTo>
                    <a:pt x="3262637" y="124448"/>
                  </a:lnTo>
                  <a:lnTo>
                    <a:pt x="3251149" y="97484"/>
                  </a:lnTo>
                  <a:lnTo>
                    <a:pt x="3235484" y="72712"/>
                  </a:lnTo>
                  <a:lnTo>
                    <a:pt x="3216048" y="50774"/>
                  </a:lnTo>
                  <a:lnTo>
                    <a:pt x="3193345" y="32238"/>
                  </a:lnTo>
                  <a:lnTo>
                    <a:pt x="3167963" y="17583"/>
                  </a:lnTo>
                  <a:lnTo>
                    <a:pt x="3140558" y="7190"/>
                  </a:lnTo>
                  <a:lnTo>
                    <a:pt x="3111841" y="1327"/>
                  </a:lnTo>
                  <a:lnTo>
                    <a:pt x="3089889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4590080" y="1599722"/>
              <a:ext cx="30118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38" name="pg37"/>
            <p:cNvSpPr/>
            <p:nvPr/>
          </p:nvSpPr>
          <p:spPr>
            <a:xfrm>
              <a:off x="8072141" y="1159242"/>
              <a:ext cx="3272010" cy="570566"/>
            </a:xfrm>
            <a:custGeom>
              <a:avLst/>
              <a:pathLst>
                <a:path w="3272010" h="570566">
                  <a:moveTo>
                    <a:pt x="182120" y="570566"/>
                  </a:moveTo>
                  <a:lnTo>
                    <a:pt x="3089889" y="570566"/>
                  </a:lnTo>
                  <a:lnTo>
                    <a:pt x="3082556" y="570418"/>
                  </a:lnTo>
                  <a:lnTo>
                    <a:pt x="3111841" y="569238"/>
                  </a:lnTo>
                  <a:lnTo>
                    <a:pt x="3140558" y="563375"/>
                  </a:lnTo>
                  <a:lnTo>
                    <a:pt x="3167963" y="552982"/>
                  </a:lnTo>
                  <a:lnTo>
                    <a:pt x="3193345" y="538327"/>
                  </a:lnTo>
                  <a:lnTo>
                    <a:pt x="3216048" y="519791"/>
                  </a:lnTo>
                  <a:lnTo>
                    <a:pt x="3235484" y="497853"/>
                  </a:lnTo>
                  <a:lnTo>
                    <a:pt x="3251149" y="473081"/>
                  </a:lnTo>
                  <a:lnTo>
                    <a:pt x="3262637" y="446117"/>
                  </a:lnTo>
                  <a:lnTo>
                    <a:pt x="3269651" y="417659"/>
                  </a:lnTo>
                  <a:lnTo>
                    <a:pt x="3272010" y="388445"/>
                  </a:lnTo>
                  <a:lnTo>
                    <a:pt x="3272010" y="182120"/>
                  </a:lnTo>
                  <a:lnTo>
                    <a:pt x="3269651" y="152906"/>
                  </a:lnTo>
                  <a:lnTo>
                    <a:pt x="3262637" y="124448"/>
                  </a:lnTo>
                  <a:lnTo>
                    <a:pt x="3251149" y="97484"/>
                  </a:lnTo>
                  <a:lnTo>
                    <a:pt x="3235484" y="72712"/>
                  </a:lnTo>
                  <a:lnTo>
                    <a:pt x="3216048" y="50774"/>
                  </a:lnTo>
                  <a:lnTo>
                    <a:pt x="3193345" y="32238"/>
                  </a:lnTo>
                  <a:lnTo>
                    <a:pt x="3167963" y="17583"/>
                  </a:lnTo>
                  <a:lnTo>
                    <a:pt x="3140558" y="7190"/>
                  </a:lnTo>
                  <a:lnTo>
                    <a:pt x="3111841" y="1327"/>
                  </a:lnTo>
                  <a:lnTo>
                    <a:pt x="3089889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8202227" y="1599722"/>
              <a:ext cx="30118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1129297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1129297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1129297" y="4076901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129297" y="4995991"/>
              <a:ext cx="138311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 Up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1129297" y="5788352"/>
              <a:ext cx="1344123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with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1129297" y="6096973"/>
              <a:ext cx="744084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Family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741444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4741444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741444" y="4074034"/>
              <a:ext cx="138311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 Up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4741444" y="4998858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741444" y="5744657"/>
              <a:ext cx="1252603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 with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4741444" y="6140669"/>
              <a:ext cx="757044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Others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8353591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8353591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8353591" y="4074034"/>
              <a:ext cx="138311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 Up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8353591" y="4998858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8353591" y="5788352"/>
              <a:ext cx="1344123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with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8353591" y="6140669"/>
              <a:ext cx="757044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Others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3146391" y="2278861"/>
              <a:ext cx="692017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 hrs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3277018" y="3200704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 hrs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3277018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3277018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277018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758538" y="2278861"/>
              <a:ext cx="692017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 hrs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6889165" y="3201621"/>
              <a:ext cx="561389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 hrs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6889165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6889165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6889165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10501312" y="2278747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 hrs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10501312" y="3200704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 hrs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10501312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10501312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10501312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2218980" y="1341060"/>
              <a:ext cx="529744" cy="2069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IWF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5228760" y="1333861"/>
              <a:ext cx="1734480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 Women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9073737" y="1333861"/>
              <a:ext cx="1268818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 Men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HIGH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g3"/>
            <p:cNvSpPr/>
            <p:nvPr/>
          </p:nvSpPr>
          <p:spPr>
            <a:xfrm>
              <a:off x="671984" y="1972945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884457" y="2547545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6" name="pg5"/>
            <p:cNvSpPr/>
            <p:nvPr/>
          </p:nvSpPr>
          <p:spPr>
            <a:xfrm>
              <a:off x="671984" y="2894902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884457" y="3469502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8" name="pg7"/>
            <p:cNvSpPr/>
            <p:nvPr/>
          </p:nvSpPr>
          <p:spPr>
            <a:xfrm>
              <a:off x="671984" y="3816859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tx8"/>
            <p:cNvSpPr/>
            <p:nvPr/>
          </p:nvSpPr>
          <p:spPr>
            <a:xfrm>
              <a:off x="884457" y="4391459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0" name="pg9"/>
            <p:cNvSpPr/>
            <p:nvPr/>
          </p:nvSpPr>
          <p:spPr>
            <a:xfrm>
              <a:off x="671984" y="4738816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884457" y="5313416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2" name="pg11"/>
            <p:cNvSpPr/>
            <p:nvPr/>
          </p:nvSpPr>
          <p:spPr>
            <a:xfrm>
              <a:off x="671984" y="5660773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884457" y="6235373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4" name="pg13"/>
            <p:cNvSpPr/>
            <p:nvPr/>
          </p:nvSpPr>
          <p:spPr>
            <a:xfrm>
              <a:off x="3443583" y="1972945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3656057" y="2547545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6" name="pg15"/>
            <p:cNvSpPr/>
            <p:nvPr/>
          </p:nvSpPr>
          <p:spPr>
            <a:xfrm>
              <a:off x="3443583" y="2894902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3656057" y="3469502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3443583" y="3816859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3656057" y="4391459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0" name="pg19"/>
            <p:cNvSpPr/>
            <p:nvPr/>
          </p:nvSpPr>
          <p:spPr>
            <a:xfrm>
              <a:off x="3443583" y="4738816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3656057" y="5313416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3443583" y="5660773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3656057" y="6235373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6215182" y="1972945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6427656" y="2547545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6215182" y="2894902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6427656" y="3469502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6215182" y="3816859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6427656" y="4391459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6215182" y="4738816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6427656" y="5313416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6215182" y="5660773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6427656" y="6235373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4" name="pg33"/>
            <p:cNvSpPr/>
            <p:nvPr/>
          </p:nvSpPr>
          <p:spPr>
            <a:xfrm>
              <a:off x="8986781" y="1972945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9199255" y="2547545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6" name="pg35"/>
            <p:cNvSpPr/>
            <p:nvPr/>
          </p:nvSpPr>
          <p:spPr>
            <a:xfrm>
              <a:off x="8986781" y="2894902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9199255" y="3469502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8" name="pg37"/>
            <p:cNvSpPr/>
            <p:nvPr/>
          </p:nvSpPr>
          <p:spPr>
            <a:xfrm>
              <a:off x="8986781" y="3816859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9199255" y="4391459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40" name="pg39"/>
            <p:cNvSpPr/>
            <p:nvPr/>
          </p:nvSpPr>
          <p:spPr>
            <a:xfrm>
              <a:off x="8986781" y="4738816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9199255" y="5313416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42" name="pg41"/>
            <p:cNvSpPr/>
            <p:nvPr/>
          </p:nvSpPr>
          <p:spPr>
            <a:xfrm>
              <a:off x="8986781" y="5660773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6EC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9199255" y="6235373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44" name="pg43"/>
            <p:cNvSpPr/>
            <p:nvPr/>
          </p:nvSpPr>
          <p:spPr>
            <a:xfrm>
              <a:off x="603779" y="1159242"/>
              <a:ext cx="2669642" cy="570566"/>
            </a:xfrm>
            <a:custGeom>
              <a:avLst/>
              <a:pathLst>
                <a:path w="2669642" h="570566">
                  <a:moveTo>
                    <a:pt x="182120" y="570566"/>
                  </a:moveTo>
                  <a:lnTo>
                    <a:pt x="2487522" y="570566"/>
                  </a:lnTo>
                  <a:lnTo>
                    <a:pt x="2480188" y="570418"/>
                  </a:lnTo>
                  <a:lnTo>
                    <a:pt x="2509474" y="569238"/>
                  </a:lnTo>
                  <a:lnTo>
                    <a:pt x="2538191" y="563375"/>
                  </a:lnTo>
                  <a:lnTo>
                    <a:pt x="2565595" y="552982"/>
                  </a:lnTo>
                  <a:lnTo>
                    <a:pt x="2590978" y="538327"/>
                  </a:lnTo>
                  <a:lnTo>
                    <a:pt x="2613681" y="519791"/>
                  </a:lnTo>
                  <a:lnTo>
                    <a:pt x="2633116" y="497853"/>
                  </a:lnTo>
                  <a:lnTo>
                    <a:pt x="2648781" y="473081"/>
                  </a:lnTo>
                  <a:lnTo>
                    <a:pt x="2660269" y="446117"/>
                  </a:lnTo>
                  <a:lnTo>
                    <a:pt x="2667284" y="417659"/>
                  </a:lnTo>
                  <a:lnTo>
                    <a:pt x="2669642" y="388445"/>
                  </a:lnTo>
                  <a:lnTo>
                    <a:pt x="2669642" y="182120"/>
                  </a:lnTo>
                  <a:lnTo>
                    <a:pt x="2667284" y="152906"/>
                  </a:lnTo>
                  <a:lnTo>
                    <a:pt x="2660269" y="124448"/>
                  </a:lnTo>
                  <a:lnTo>
                    <a:pt x="2648781" y="97484"/>
                  </a:lnTo>
                  <a:lnTo>
                    <a:pt x="2633116" y="72712"/>
                  </a:lnTo>
                  <a:lnTo>
                    <a:pt x="2613681" y="50774"/>
                  </a:lnTo>
                  <a:lnTo>
                    <a:pt x="2590978" y="32238"/>
                  </a:lnTo>
                  <a:lnTo>
                    <a:pt x="2565595" y="17583"/>
                  </a:lnTo>
                  <a:lnTo>
                    <a:pt x="2538191" y="7190"/>
                  </a:lnTo>
                  <a:lnTo>
                    <a:pt x="2509474" y="1327"/>
                  </a:lnTo>
                  <a:lnTo>
                    <a:pt x="2487522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44"/>
            <p:cNvSpPr/>
            <p:nvPr/>
          </p:nvSpPr>
          <p:spPr>
            <a:xfrm>
              <a:off x="733865" y="1599722"/>
              <a:ext cx="240947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46" name="pg45"/>
            <p:cNvSpPr/>
            <p:nvPr/>
          </p:nvSpPr>
          <p:spPr>
            <a:xfrm>
              <a:off x="3375379" y="1159242"/>
              <a:ext cx="2669642" cy="570566"/>
            </a:xfrm>
            <a:custGeom>
              <a:avLst/>
              <a:pathLst>
                <a:path w="2669642" h="570566">
                  <a:moveTo>
                    <a:pt x="182120" y="570566"/>
                  </a:moveTo>
                  <a:lnTo>
                    <a:pt x="2487522" y="570566"/>
                  </a:lnTo>
                  <a:lnTo>
                    <a:pt x="2480188" y="570418"/>
                  </a:lnTo>
                  <a:lnTo>
                    <a:pt x="2509474" y="569238"/>
                  </a:lnTo>
                  <a:lnTo>
                    <a:pt x="2538191" y="563375"/>
                  </a:lnTo>
                  <a:lnTo>
                    <a:pt x="2565595" y="552982"/>
                  </a:lnTo>
                  <a:lnTo>
                    <a:pt x="2590978" y="538327"/>
                  </a:lnTo>
                  <a:lnTo>
                    <a:pt x="2613681" y="519791"/>
                  </a:lnTo>
                  <a:lnTo>
                    <a:pt x="2633116" y="497853"/>
                  </a:lnTo>
                  <a:lnTo>
                    <a:pt x="2648781" y="473081"/>
                  </a:lnTo>
                  <a:lnTo>
                    <a:pt x="2660269" y="446117"/>
                  </a:lnTo>
                  <a:lnTo>
                    <a:pt x="2667284" y="417659"/>
                  </a:lnTo>
                  <a:lnTo>
                    <a:pt x="2669642" y="388445"/>
                  </a:lnTo>
                  <a:lnTo>
                    <a:pt x="2669642" y="182120"/>
                  </a:lnTo>
                  <a:lnTo>
                    <a:pt x="2667284" y="152906"/>
                  </a:lnTo>
                  <a:lnTo>
                    <a:pt x="2660269" y="124448"/>
                  </a:lnTo>
                  <a:lnTo>
                    <a:pt x="2648781" y="97484"/>
                  </a:lnTo>
                  <a:lnTo>
                    <a:pt x="2633116" y="72712"/>
                  </a:lnTo>
                  <a:lnTo>
                    <a:pt x="2613681" y="50774"/>
                  </a:lnTo>
                  <a:lnTo>
                    <a:pt x="2590978" y="32238"/>
                  </a:lnTo>
                  <a:lnTo>
                    <a:pt x="2565595" y="17583"/>
                  </a:lnTo>
                  <a:lnTo>
                    <a:pt x="2538191" y="7190"/>
                  </a:lnTo>
                  <a:lnTo>
                    <a:pt x="2509474" y="1327"/>
                  </a:lnTo>
                  <a:lnTo>
                    <a:pt x="2487522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>
              <a:off x="3505465" y="1599722"/>
              <a:ext cx="240947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48" name="pg47"/>
            <p:cNvSpPr/>
            <p:nvPr/>
          </p:nvSpPr>
          <p:spPr>
            <a:xfrm>
              <a:off x="6146978" y="1159242"/>
              <a:ext cx="2669642" cy="570566"/>
            </a:xfrm>
            <a:custGeom>
              <a:avLst/>
              <a:pathLst>
                <a:path w="2669642" h="570566">
                  <a:moveTo>
                    <a:pt x="182120" y="570566"/>
                  </a:moveTo>
                  <a:lnTo>
                    <a:pt x="2487522" y="570566"/>
                  </a:lnTo>
                  <a:lnTo>
                    <a:pt x="2480188" y="570418"/>
                  </a:lnTo>
                  <a:lnTo>
                    <a:pt x="2509474" y="569238"/>
                  </a:lnTo>
                  <a:lnTo>
                    <a:pt x="2538191" y="563375"/>
                  </a:lnTo>
                  <a:lnTo>
                    <a:pt x="2565595" y="552982"/>
                  </a:lnTo>
                  <a:lnTo>
                    <a:pt x="2590978" y="538327"/>
                  </a:lnTo>
                  <a:lnTo>
                    <a:pt x="2613681" y="519791"/>
                  </a:lnTo>
                  <a:lnTo>
                    <a:pt x="2633116" y="497853"/>
                  </a:lnTo>
                  <a:lnTo>
                    <a:pt x="2648781" y="473081"/>
                  </a:lnTo>
                  <a:lnTo>
                    <a:pt x="2660269" y="446117"/>
                  </a:lnTo>
                  <a:lnTo>
                    <a:pt x="2667284" y="417659"/>
                  </a:lnTo>
                  <a:lnTo>
                    <a:pt x="2669642" y="388445"/>
                  </a:lnTo>
                  <a:lnTo>
                    <a:pt x="2669642" y="182120"/>
                  </a:lnTo>
                  <a:lnTo>
                    <a:pt x="2667284" y="152906"/>
                  </a:lnTo>
                  <a:lnTo>
                    <a:pt x="2660269" y="124448"/>
                  </a:lnTo>
                  <a:lnTo>
                    <a:pt x="2648781" y="97484"/>
                  </a:lnTo>
                  <a:lnTo>
                    <a:pt x="2633116" y="72712"/>
                  </a:lnTo>
                  <a:lnTo>
                    <a:pt x="2613681" y="50774"/>
                  </a:lnTo>
                  <a:lnTo>
                    <a:pt x="2590978" y="32238"/>
                  </a:lnTo>
                  <a:lnTo>
                    <a:pt x="2565595" y="17583"/>
                  </a:lnTo>
                  <a:lnTo>
                    <a:pt x="2538191" y="7190"/>
                  </a:lnTo>
                  <a:lnTo>
                    <a:pt x="2509474" y="1327"/>
                  </a:lnTo>
                  <a:lnTo>
                    <a:pt x="2487522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tx48"/>
            <p:cNvSpPr/>
            <p:nvPr/>
          </p:nvSpPr>
          <p:spPr>
            <a:xfrm>
              <a:off x="6277064" y="1599722"/>
              <a:ext cx="240947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50" name="pg49"/>
            <p:cNvSpPr/>
            <p:nvPr/>
          </p:nvSpPr>
          <p:spPr>
            <a:xfrm>
              <a:off x="8918577" y="1159242"/>
              <a:ext cx="2669642" cy="570566"/>
            </a:xfrm>
            <a:custGeom>
              <a:avLst/>
              <a:pathLst>
                <a:path w="2669642" h="570566">
                  <a:moveTo>
                    <a:pt x="182120" y="570566"/>
                  </a:moveTo>
                  <a:lnTo>
                    <a:pt x="2487522" y="570566"/>
                  </a:lnTo>
                  <a:lnTo>
                    <a:pt x="2480188" y="570418"/>
                  </a:lnTo>
                  <a:lnTo>
                    <a:pt x="2509474" y="569238"/>
                  </a:lnTo>
                  <a:lnTo>
                    <a:pt x="2538191" y="563375"/>
                  </a:lnTo>
                  <a:lnTo>
                    <a:pt x="2565595" y="552982"/>
                  </a:lnTo>
                  <a:lnTo>
                    <a:pt x="2590978" y="538327"/>
                  </a:lnTo>
                  <a:lnTo>
                    <a:pt x="2613681" y="519791"/>
                  </a:lnTo>
                  <a:lnTo>
                    <a:pt x="2633116" y="497853"/>
                  </a:lnTo>
                  <a:lnTo>
                    <a:pt x="2648781" y="473081"/>
                  </a:lnTo>
                  <a:lnTo>
                    <a:pt x="2660269" y="446117"/>
                  </a:lnTo>
                  <a:lnTo>
                    <a:pt x="2667284" y="417659"/>
                  </a:lnTo>
                  <a:lnTo>
                    <a:pt x="2669642" y="388445"/>
                  </a:lnTo>
                  <a:lnTo>
                    <a:pt x="2669642" y="182120"/>
                  </a:lnTo>
                  <a:lnTo>
                    <a:pt x="2667284" y="152906"/>
                  </a:lnTo>
                  <a:lnTo>
                    <a:pt x="2660269" y="124448"/>
                  </a:lnTo>
                  <a:lnTo>
                    <a:pt x="2648781" y="97484"/>
                  </a:lnTo>
                  <a:lnTo>
                    <a:pt x="2633116" y="72712"/>
                  </a:lnTo>
                  <a:lnTo>
                    <a:pt x="2613681" y="50774"/>
                  </a:lnTo>
                  <a:lnTo>
                    <a:pt x="2590978" y="32238"/>
                  </a:lnTo>
                  <a:lnTo>
                    <a:pt x="2565595" y="17583"/>
                  </a:lnTo>
                  <a:lnTo>
                    <a:pt x="2538191" y="7190"/>
                  </a:lnTo>
                  <a:lnTo>
                    <a:pt x="2509474" y="1327"/>
                  </a:lnTo>
                  <a:lnTo>
                    <a:pt x="2487522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9048663" y="1599722"/>
              <a:ext cx="240947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899251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899251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899251" y="4076901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899251" y="4819833"/>
              <a:ext cx="100476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899251" y="5178113"/>
              <a:ext cx="313093" cy="214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Up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899251" y="5744657"/>
              <a:ext cx="1056834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899251" y="6143651"/>
              <a:ext cx="83503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TV with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3670850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3670850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3670850" y="4076901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670850" y="4819833"/>
              <a:ext cx="100476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670850" y="5178113"/>
              <a:ext cx="313093" cy="214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Up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3670850" y="5788352"/>
              <a:ext cx="809226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3670850" y="6143651"/>
              <a:ext cx="46964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with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6442449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6442449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6442449" y="3897876"/>
              <a:ext cx="100476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6442449" y="4256156"/>
              <a:ext cx="313093" cy="214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Up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6442449" y="4998858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6442449" y="5744657"/>
              <a:ext cx="717706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6442449" y="6143651"/>
              <a:ext cx="46964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with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9214049" y="2230120"/>
              <a:ext cx="1213839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Caregiving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9214049" y="3154944"/>
              <a:ext cx="118803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Exercising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9214049" y="3897876"/>
              <a:ext cx="1004766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Catching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9214049" y="4256156"/>
              <a:ext cx="313093" cy="214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Up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9214049" y="4998858"/>
              <a:ext cx="926550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Reading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9214049" y="5788352"/>
              <a:ext cx="809226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9214049" y="6143651"/>
              <a:ext cx="46964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with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2285933" y="2278861"/>
              <a:ext cx="692017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 hrs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2416561" y="3200704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 hrs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2416561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2416561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2416561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5057533" y="2278861"/>
              <a:ext cx="692017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 hrs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5188160" y="3200704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 hrs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5188160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5188160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5188160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7829132" y="2278861"/>
              <a:ext cx="692017" cy="171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 hrs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7959759" y="3201621"/>
              <a:ext cx="561389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 hrs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7959759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7959759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7959759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10731359" y="2278747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 hrs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10731359" y="3200704"/>
              <a:ext cx="561389" cy="1718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 hrs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10731359" y="4123464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10731359" y="5045421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10731359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1633429" y="1337672"/>
              <a:ext cx="610342" cy="21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4445328" y="1341060"/>
              <a:ext cx="529744" cy="2069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IWF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6614559" y="1333861"/>
              <a:ext cx="1734480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 Women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9618989" y="1333861"/>
              <a:ext cx="1268818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 Men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HIGH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3096194" y="1167938"/>
              <a:ext cx="5999610" cy="699415"/>
            </a:xfrm>
            <a:prstGeom prst="rect">
              <a:avLst/>
            </a:pr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3096194" y="2042207"/>
              <a:ext cx="5999610" cy="699415"/>
            </a:xfrm>
            <a:prstGeom prst="rect">
              <a:avLst/>
            </a:pr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096194" y="2916477"/>
              <a:ext cx="5999610" cy="699415"/>
            </a:xfrm>
            <a:prstGeom prst="rect">
              <a:avLst/>
            </a:pr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3096194" y="3790746"/>
              <a:ext cx="5999610" cy="699415"/>
            </a:xfrm>
            <a:prstGeom prst="rect">
              <a:avLst/>
            </a:pr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096194" y="4665016"/>
              <a:ext cx="5999610" cy="699415"/>
            </a:xfrm>
            <a:prstGeom prst="rect">
              <a:avLst/>
            </a:pr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3096194" y="5539286"/>
              <a:ext cx="5999610" cy="699415"/>
            </a:xfrm>
            <a:prstGeom prst="rect">
              <a:avLst/>
            </a:pr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2716878" y="1138329"/>
              <a:ext cx="758632" cy="75863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2716878" y="2012599"/>
              <a:ext cx="758632" cy="75863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2716878" y="2886868"/>
              <a:ext cx="758632" cy="75863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2716878" y="3761138"/>
              <a:ext cx="758632" cy="75863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2716878" y="4635408"/>
              <a:ext cx="758632" cy="75863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2716878" y="5509677"/>
              <a:ext cx="758632" cy="75863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54000" cap="rnd">
              <a:solidFill>
                <a:srgbClr val="21B2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995711" y="1430970"/>
              <a:ext cx="200965" cy="259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2995711" y="2305239"/>
              <a:ext cx="200965" cy="259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2995711" y="3175098"/>
              <a:ext cx="200965" cy="264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2995711" y="4053778"/>
              <a:ext cx="200965" cy="259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2995711" y="4928224"/>
              <a:ext cx="200965" cy="2595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995711" y="5797906"/>
              <a:ext cx="200965" cy="264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45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696155" y="1480576"/>
              <a:ext cx="1970027" cy="2408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 Media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696155" y="2294503"/>
              <a:ext cx="1987495" cy="301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 Alone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696155" y="3164803"/>
              <a:ext cx="2800215" cy="305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 Alone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696155" y="4039072"/>
              <a:ext cx="2944720" cy="3052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Hanging Out Alone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696155" y="4977813"/>
              <a:ext cx="2114215" cy="2407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Alone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696155" y="5791581"/>
              <a:ext cx="2962981" cy="301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 TV Alone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8118509" y="1397278"/>
              <a:ext cx="777308" cy="2367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118509" y="2270753"/>
              <a:ext cx="777308" cy="23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118509" y="3145023"/>
              <a:ext cx="777308" cy="23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118509" y="4019293"/>
              <a:ext cx="777308" cy="23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8118509" y="4893562"/>
              <a:ext cx="777308" cy="23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8299379" y="5771643"/>
              <a:ext cx="596439" cy="2337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HIGH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g3"/>
            <p:cNvSpPr/>
            <p:nvPr/>
          </p:nvSpPr>
          <p:spPr>
            <a:xfrm>
              <a:off x="1778951" y="1818907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1961071" y="2363154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6" name="pg5"/>
            <p:cNvSpPr/>
            <p:nvPr/>
          </p:nvSpPr>
          <p:spPr>
            <a:xfrm>
              <a:off x="1778951" y="2599024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1961071" y="3143271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8" name="pg7"/>
            <p:cNvSpPr/>
            <p:nvPr/>
          </p:nvSpPr>
          <p:spPr>
            <a:xfrm>
              <a:off x="1778951" y="3379142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tx8"/>
            <p:cNvSpPr/>
            <p:nvPr/>
          </p:nvSpPr>
          <p:spPr>
            <a:xfrm>
              <a:off x="1961071" y="3923389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0" name="pg9"/>
            <p:cNvSpPr/>
            <p:nvPr/>
          </p:nvSpPr>
          <p:spPr>
            <a:xfrm>
              <a:off x="1778951" y="4159259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1961071" y="4703506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2" name="pg11"/>
            <p:cNvSpPr/>
            <p:nvPr/>
          </p:nvSpPr>
          <p:spPr>
            <a:xfrm>
              <a:off x="1778951" y="4939377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961071" y="5483624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4" name="pg13"/>
            <p:cNvSpPr/>
            <p:nvPr/>
          </p:nvSpPr>
          <p:spPr>
            <a:xfrm>
              <a:off x="1778951" y="5719494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1961071" y="6263741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6" name="pg15"/>
            <p:cNvSpPr/>
            <p:nvPr/>
          </p:nvSpPr>
          <p:spPr>
            <a:xfrm>
              <a:off x="6534996" y="1818907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6717117" y="2363154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6534996" y="2599024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6717117" y="3143271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0" name="pg19"/>
            <p:cNvSpPr/>
            <p:nvPr/>
          </p:nvSpPr>
          <p:spPr>
            <a:xfrm>
              <a:off x="6534996" y="3379142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6717117" y="3923389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6534996" y="4159259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6717117" y="4703506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6534996" y="4939377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6717117" y="5483624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6534996" y="5719494"/>
              <a:ext cx="3878051" cy="726367"/>
            </a:xfrm>
            <a:custGeom>
              <a:avLst/>
              <a:pathLst>
                <a:path w="3878051" h="726367">
                  <a:moveTo>
                    <a:pt x="212473" y="726367"/>
                  </a:moveTo>
                  <a:lnTo>
                    <a:pt x="3665578" y="726367"/>
                  </a:lnTo>
                  <a:lnTo>
                    <a:pt x="3657022" y="726194"/>
                  </a:lnTo>
                  <a:lnTo>
                    <a:pt x="3691189" y="724817"/>
                  </a:lnTo>
                  <a:lnTo>
                    <a:pt x="3724692" y="717978"/>
                  </a:lnTo>
                  <a:lnTo>
                    <a:pt x="3756664" y="705852"/>
                  </a:lnTo>
                  <a:lnTo>
                    <a:pt x="3786277" y="688755"/>
                  </a:lnTo>
                  <a:lnTo>
                    <a:pt x="3812763" y="667129"/>
                  </a:lnTo>
                  <a:lnTo>
                    <a:pt x="3835438" y="641535"/>
                  </a:lnTo>
                  <a:lnTo>
                    <a:pt x="3853714" y="612634"/>
                  </a:lnTo>
                  <a:lnTo>
                    <a:pt x="3867117" y="581176"/>
                  </a:lnTo>
                  <a:lnTo>
                    <a:pt x="3875300" y="547976"/>
                  </a:lnTo>
                  <a:lnTo>
                    <a:pt x="3878051" y="513893"/>
                  </a:lnTo>
                  <a:lnTo>
                    <a:pt x="3878051" y="212473"/>
                  </a:lnTo>
                  <a:lnTo>
                    <a:pt x="3875300" y="178390"/>
                  </a:lnTo>
                  <a:lnTo>
                    <a:pt x="3867117" y="145190"/>
                  </a:lnTo>
                  <a:lnTo>
                    <a:pt x="3853714" y="113732"/>
                  </a:lnTo>
                  <a:lnTo>
                    <a:pt x="3835438" y="84831"/>
                  </a:lnTo>
                  <a:lnTo>
                    <a:pt x="3812763" y="59237"/>
                  </a:lnTo>
                  <a:lnTo>
                    <a:pt x="3786277" y="37611"/>
                  </a:lnTo>
                  <a:lnTo>
                    <a:pt x="3756664" y="20514"/>
                  </a:lnTo>
                  <a:lnTo>
                    <a:pt x="3724692" y="8388"/>
                  </a:lnTo>
                  <a:lnTo>
                    <a:pt x="3691189" y="1549"/>
                  </a:lnTo>
                  <a:lnTo>
                    <a:pt x="3665578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13893"/>
                  </a:lnTo>
                  <a:lnTo>
                    <a:pt x="688" y="496796"/>
                  </a:lnTo>
                  <a:lnTo>
                    <a:pt x="688" y="530990"/>
                  </a:lnTo>
                  <a:lnTo>
                    <a:pt x="6174" y="564741"/>
                  </a:lnTo>
                  <a:lnTo>
                    <a:pt x="17002" y="597175"/>
                  </a:lnTo>
                  <a:lnTo>
                    <a:pt x="32893" y="627453"/>
                  </a:lnTo>
                  <a:lnTo>
                    <a:pt x="53434" y="654789"/>
                  </a:lnTo>
                  <a:lnTo>
                    <a:pt x="78095" y="678476"/>
                  </a:lnTo>
                  <a:lnTo>
                    <a:pt x="106236" y="697901"/>
                  </a:lnTo>
                  <a:lnTo>
                    <a:pt x="137129" y="712559"/>
                  </a:lnTo>
                  <a:lnTo>
                    <a:pt x="169973" y="722073"/>
                  </a:lnTo>
                  <a:lnTo>
                    <a:pt x="203918" y="726194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6717117" y="6263741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1780788" y="1116690"/>
              <a:ext cx="3874377" cy="570566"/>
            </a:xfrm>
            <a:custGeom>
              <a:avLst/>
              <a:pathLst>
                <a:path w="3874377" h="570566">
                  <a:moveTo>
                    <a:pt x="182120" y="570566"/>
                  </a:moveTo>
                  <a:lnTo>
                    <a:pt x="3692257" y="570566"/>
                  </a:lnTo>
                  <a:lnTo>
                    <a:pt x="3684924" y="570418"/>
                  </a:lnTo>
                  <a:lnTo>
                    <a:pt x="3714209" y="569238"/>
                  </a:lnTo>
                  <a:lnTo>
                    <a:pt x="3742926" y="563375"/>
                  </a:lnTo>
                  <a:lnTo>
                    <a:pt x="3770331" y="552982"/>
                  </a:lnTo>
                  <a:lnTo>
                    <a:pt x="3795713" y="538327"/>
                  </a:lnTo>
                  <a:lnTo>
                    <a:pt x="3818416" y="519791"/>
                  </a:lnTo>
                  <a:lnTo>
                    <a:pt x="3837852" y="497853"/>
                  </a:lnTo>
                  <a:lnTo>
                    <a:pt x="3853516" y="473081"/>
                  </a:lnTo>
                  <a:lnTo>
                    <a:pt x="3865005" y="446117"/>
                  </a:lnTo>
                  <a:lnTo>
                    <a:pt x="3872019" y="417659"/>
                  </a:lnTo>
                  <a:lnTo>
                    <a:pt x="3874377" y="388445"/>
                  </a:lnTo>
                  <a:lnTo>
                    <a:pt x="3874377" y="182120"/>
                  </a:lnTo>
                  <a:lnTo>
                    <a:pt x="3872019" y="152906"/>
                  </a:lnTo>
                  <a:lnTo>
                    <a:pt x="3865005" y="124448"/>
                  </a:lnTo>
                  <a:lnTo>
                    <a:pt x="3853516" y="97484"/>
                  </a:lnTo>
                  <a:lnTo>
                    <a:pt x="3837852" y="72712"/>
                  </a:lnTo>
                  <a:lnTo>
                    <a:pt x="3818416" y="50774"/>
                  </a:lnTo>
                  <a:lnTo>
                    <a:pt x="3795713" y="32238"/>
                  </a:lnTo>
                  <a:lnTo>
                    <a:pt x="3770331" y="17583"/>
                  </a:lnTo>
                  <a:lnTo>
                    <a:pt x="3742926" y="7190"/>
                  </a:lnTo>
                  <a:lnTo>
                    <a:pt x="3714209" y="1327"/>
                  </a:lnTo>
                  <a:lnTo>
                    <a:pt x="3692257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1910874" y="1557170"/>
              <a:ext cx="3614205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     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6536833" y="1116690"/>
              <a:ext cx="3874377" cy="570566"/>
            </a:xfrm>
            <a:custGeom>
              <a:avLst/>
              <a:pathLst>
                <a:path w="3874377" h="570566">
                  <a:moveTo>
                    <a:pt x="182120" y="570566"/>
                  </a:moveTo>
                  <a:lnTo>
                    <a:pt x="3692257" y="570566"/>
                  </a:lnTo>
                  <a:lnTo>
                    <a:pt x="3684924" y="570418"/>
                  </a:lnTo>
                  <a:lnTo>
                    <a:pt x="3714209" y="569238"/>
                  </a:lnTo>
                  <a:lnTo>
                    <a:pt x="3742926" y="563375"/>
                  </a:lnTo>
                  <a:lnTo>
                    <a:pt x="3770331" y="552982"/>
                  </a:lnTo>
                  <a:lnTo>
                    <a:pt x="3795713" y="538327"/>
                  </a:lnTo>
                  <a:lnTo>
                    <a:pt x="3818416" y="519791"/>
                  </a:lnTo>
                  <a:lnTo>
                    <a:pt x="3837852" y="497853"/>
                  </a:lnTo>
                  <a:lnTo>
                    <a:pt x="3853516" y="473081"/>
                  </a:lnTo>
                  <a:lnTo>
                    <a:pt x="3865005" y="446117"/>
                  </a:lnTo>
                  <a:lnTo>
                    <a:pt x="3872019" y="417659"/>
                  </a:lnTo>
                  <a:lnTo>
                    <a:pt x="3874377" y="388445"/>
                  </a:lnTo>
                  <a:lnTo>
                    <a:pt x="3874377" y="182120"/>
                  </a:lnTo>
                  <a:lnTo>
                    <a:pt x="3872019" y="152906"/>
                  </a:lnTo>
                  <a:lnTo>
                    <a:pt x="3865005" y="124448"/>
                  </a:lnTo>
                  <a:lnTo>
                    <a:pt x="3853516" y="97484"/>
                  </a:lnTo>
                  <a:lnTo>
                    <a:pt x="3837852" y="72712"/>
                  </a:lnTo>
                  <a:lnTo>
                    <a:pt x="3818416" y="50774"/>
                  </a:lnTo>
                  <a:lnTo>
                    <a:pt x="3795713" y="32238"/>
                  </a:lnTo>
                  <a:lnTo>
                    <a:pt x="3770331" y="17583"/>
                  </a:lnTo>
                  <a:lnTo>
                    <a:pt x="3742926" y="7190"/>
                  </a:lnTo>
                  <a:lnTo>
                    <a:pt x="3714209" y="1327"/>
                  </a:lnTo>
                  <a:lnTo>
                    <a:pt x="3692257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6666919" y="1557170"/>
              <a:ext cx="3614205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     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934460" y="2092176"/>
              <a:ext cx="1422797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 Media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934460" y="2825846"/>
              <a:ext cx="2022377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 Alone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934460" y="3608831"/>
              <a:ext cx="1435413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 Alone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934460" y="4388948"/>
              <a:ext cx="2139931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 TV Alone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934460" y="5212761"/>
              <a:ext cx="1526933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Alone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934460" y="5946316"/>
              <a:ext cx="2126742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Hanging Out Alone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6690505" y="2092176"/>
              <a:ext cx="1422797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 Media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6690505" y="2872409"/>
              <a:ext cx="1526933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Alone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690505" y="3608831"/>
              <a:ext cx="2139931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 TV Alone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690505" y="4388948"/>
              <a:ext cx="1435413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 Alone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6690505" y="5166198"/>
              <a:ext cx="2022377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 Alone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690505" y="5946316"/>
              <a:ext cx="2126742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Hanging Out Alone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4940104" y="2095158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940104" y="2874702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070732" y="3657572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5070732" y="4437690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070732" y="5217807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070732" y="5997925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9696150" y="2095158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9696150" y="2874702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9696150" y="3654820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9696150" y="4434937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9696150" y="5215055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9696150" y="5995172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3412805" y="1295121"/>
              <a:ext cx="610342" cy="21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8168851" y="1291309"/>
              <a:ext cx="610342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HIGH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g3"/>
            <p:cNvSpPr/>
            <p:nvPr/>
          </p:nvSpPr>
          <p:spPr>
            <a:xfrm>
              <a:off x="1718244" y="2208935"/>
              <a:ext cx="3999465" cy="847780"/>
            </a:xfrm>
            <a:custGeom>
              <a:avLst/>
              <a:pathLst>
                <a:path w="3999465" h="847780">
                  <a:moveTo>
                    <a:pt x="212473" y="847780"/>
                  </a:moveTo>
                  <a:lnTo>
                    <a:pt x="3786991" y="847780"/>
                  </a:lnTo>
                  <a:lnTo>
                    <a:pt x="3778436" y="847608"/>
                  </a:lnTo>
                  <a:lnTo>
                    <a:pt x="3812602" y="846231"/>
                  </a:lnTo>
                  <a:lnTo>
                    <a:pt x="3846105" y="839391"/>
                  </a:lnTo>
                  <a:lnTo>
                    <a:pt x="3878077" y="827266"/>
                  </a:lnTo>
                  <a:lnTo>
                    <a:pt x="3907690" y="810169"/>
                  </a:lnTo>
                  <a:lnTo>
                    <a:pt x="3934177" y="788543"/>
                  </a:lnTo>
                  <a:lnTo>
                    <a:pt x="3956852" y="762948"/>
                  </a:lnTo>
                  <a:lnTo>
                    <a:pt x="3975127" y="734048"/>
                  </a:lnTo>
                  <a:lnTo>
                    <a:pt x="3988530" y="702590"/>
                  </a:lnTo>
                  <a:lnTo>
                    <a:pt x="3996714" y="669390"/>
                  </a:lnTo>
                  <a:lnTo>
                    <a:pt x="3999465" y="635306"/>
                  </a:lnTo>
                  <a:lnTo>
                    <a:pt x="3999465" y="212473"/>
                  </a:lnTo>
                  <a:lnTo>
                    <a:pt x="3996714" y="178390"/>
                  </a:lnTo>
                  <a:lnTo>
                    <a:pt x="3988530" y="145190"/>
                  </a:lnTo>
                  <a:lnTo>
                    <a:pt x="3975127" y="113732"/>
                  </a:lnTo>
                  <a:lnTo>
                    <a:pt x="3956852" y="84831"/>
                  </a:lnTo>
                  <a:lnTo>
                    <a:pt x="3934177" y="59237"/>
                  </a:lnTo>
                  <a:lnTo>
                    <a:pt x="3907690" y="37611"/>
                  </a:lnTo>
                  <a:lnTo>
                    <a:pt x="3878077" y="20514"/>
                  </a:lnTo>
                  <a:lnTo>
                    <a:pt x="3846105" y="8388"/>
                  </a:lnTo>
                  <a:lnTo>
                    <a:pt x="3812602" y="1549"/>
                  </a:lnTo>
                  <a:lnTo>
                    <a:pt x="3786991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635306"/>
                  </a:lnTo>
                  <a:lnTo>
                    <a:pt x="688" y="618209"/>
                  </a:lnTo>
                  <a:lnTo>
                    <a:pt x="688" y="652403"/>
                  </a:lnTo>
                  <a:lnTo>
                    <a:pt x="6174" y="686155"/>
                  </a:lnTo>
                  <a:lnTo>
                    <a:pt x="17002" y="718589"/>
                  </a:lnTo>
                  <a:lnTo>
                    <a:pt x="32893" y="748866"/>
                  </a:lnTo>
                  <a:lnTo>
                    <a:pt x="53434" y="776203"/>
                  </a:lnTo>
                  <a:lnTo>
                    <a:pt x="78095" y="799890"/>
                  </a:lnTo>
                  <a:lnTo>
                    <a:pt x="106236" y="819314"/>
                  </a:lnTo>
                  <a:lnTo>
                    <a:pt x="137129" y="833973"/>
                  </a:lnTo>
                  <a:lnTo>
                    <a:pt x="169973" y="843486"/>
                  </a:lnTo>
                  <a:lnTo>
                    <a:pt x="203918" y="847608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1961071" y="2813888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6" name="pg5"/>
            <p:cNvSpPr/>
            <p:nvPr/>
          </p:nvSpPr>
          <p:spPr>
            <a:xfrm>
              <a:off x="1718244" y="3335771"/>
              <a:ext cx="3999465" cy="847780"/>
            </a:xfrm>
            <a:custGeom>
              <a:avLst/>
              <a:pathLst>
                <a:path w="3999465" h="847780">
                  <a:moveTo>
                    <a:pt x="212473" y="847780"/>
                  </a:moveTo>
                  <a:lnTo>
                    <a:pt x="3786991" y="847780"/>
                  </a:lnTo>
                  <a:lnTo>
                    <a:pt x="3778436" y="847608"/>
                  </a:lnTo>
                  <a:lnTo>
                    <a:pt x="3812602" y="846231"/>
                  </a:lnTo>
                  <a:lnTo>
                    <a:pt x="3846105" y="839391"/>
                  </a:lnTo>
                  <a:lnTo>
                    <a:pt x="3878077" y="827266"/>
                  </a:lnTo>
                  <a:lnTo>
                    <a:pt x="3907690" y="810169"/>
                  </a:lnTo>
                  <a:lnTo>
                    <a:pt x="3934177" y="788543"/>
                  </a:lnTo>
                  <a:lnTo>
                    <a:pt x="3956852" y="762948"/>
                  </a:lnTo>
                  <a:lnTo>
                    <a:pt x="3975127" y="734048"/>
                  </a:lnTo>
                  <a:lnTo>
                    <a:pt x="3988530" y="702590"/>
                  </a:lnTo>
                  <a:lnTo>
                    <a:pt x="3996714" y="669390"/>
                  </a:lnTo>
                  <a:lnTo>
                    <a:pt x="3999465" y="635306"/>
                  </a:lnTo>
                  <a:lnTo>
                    <a:pt x="3999465" y="212473"/>
                  </a:lnTo>
                  <a:lnTo>
                    <a:pt x="3996714" y="178390"/>
                  </a:lnTo>
                  <a:lnTo>
                    <a:pt x="3988530" y="145190"/>
                  </a:lnTo>
                  <a:lnTo>
                    <a:pt x="3975127" y="113732"/>
                  </a:lnTo>
                  <a:lnTo>
                    <a:pt x="3956852" y="84831"/>
                  </a:lnTo>
                  <a:lnTo>
                    <a:pt x="3934177" y="59237"/>
                  </a:lnTo>
                  <a:lnTo>
                    <a:pt x="3907690" y="37611"/>
                  </a:lnTo>
                  <a:lnTo>
                    <a:pt x="3878077" y="20514"/>
                  </a:lnTo>
                  <a:lnTo>
                    <a:pt x="3846105" y="8388"/>
                  </a:lnTo>
                  <a:lnTo>
                    <a:pt x="3812602" y="1549"/>
                  </a:lnTo>
                  <a:lnTo>
                    <a:pt x="3786991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635306"/>
                  </a:lnTo>
                  <a:lnTo>
                    <a:pt x="688" y="618209"/>
                  </a:lnTo>
                  <a:lnTo>
                    <a:pt x="688" y="652403"/>
                  </a:lnTo>
                  <a:lnTo>
                    <a:pt x="6174" y="686155"/>
                  </a:lnTo>
                  <a:lnTo>
                    <a:pt x="17002" y="718589"/>
                  </a:lnTo>
                  <a:lnTo>
                    <a:pt x="32893" y="748866"/>
                  </a:lnTo>
                  <a:lnTo>
                    <a:pt x="53434" y="776203"/>
                  </a:lnTo>
                  <a:lnTo>
                    <a:pt x="78095" y="799890"/>
                  </a:lnTo>
                  <a:lnTo>
                    <a:pt x="106236" y="819314"/>
                  </a:lnTo>
                  <a:lnTo>
                    <a:pt x="137129" y="833973"/>
                  </a:lnTo>
                  <a:lnTo>
                    <a:pt x="169973" y="843486"/>
                  </a:lnTo>
                  <a:lnTo>
                    <a:pt x="203918" y="847608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1961071" y="3940724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8" name="pg7"/>
            <p:cNvSpPr/>
            <p:nvPr/>
          </p:nvSpPr>
          <p:spPr>
            <a:xfrm>
              <a:off x="1718244" y="4462607"/>
              <a:ext cx="3999465" cy="847780"/>
            </a:xfrm>
            <a:custGeom>
              <a:avLst/>
              <a:pathLst>
                <a:path w="3999465" h="847780">
                  <a:moveTo>
                    <a:pt x="212473" y="847780"/>
                  </a:moveTo>
                  <a:lnTo>
                    <a:pt x="3786991" y="847780"/>
                  </a:lnTo>
                  <a:lnTo>
                    <a:pt x="3778436" y="847608"/>
                  </a:lnTo>
                  <a:lnTo>
                    <a:pt x="3812602" y="846231"/>
                  </a:lnTo>
                  <a:lnTo>
                    <a:pt x="3846105" y="839391"/>
                  </a:lnTo>
                  <a:lnTo>
                    <a:pt x="3878077" y="827266"/>
                  </a:lnTo>
                  <a:lnTo>
                    <a:pt x="3907690" y="810169"/>
                  </a:lnTo>
                  <a:lnTo>
                    <a:pt x="3934177" y="788543"/>
                  </a:lnTo>
                  <a:lnTo>
                    <a:pt x="3956852" y="762948"/>
                  </a:lnTo>
                  <a:lnTo>
                    <a:pt x="3975127" y="734048"/>
                  </a:lnTo>
                  <a:lnTo>
                    <a:pt x="3988530" y="702590"/>
                  </a:lnTo>
                  <a:lnTo>
                    <a:pt x="3996714" y="669390"/>
                  </a:lnTo>
                  <a:lnTo>
                    <a:pt x="3999465" y="635306"/>
                  </a:lnTo>
                  <a:lnTo>
                    <a:pt x="3999465" y="212473"/>
                  </a:lnTo>
                  <a:lnTo>
                    <a:pt x="3996714" y="178390"/>
                  </a:lnTo>
                  <a:lnTo>
                    <a:pt x="3988530" y="145190"/>
                  </a:lnTo>
                  <a:lnTo>
                    <a:pt x="3975127" y="113732"/>
                  </a:lnTo>
                  <a:lnTo>
                    <a:pt x="3956852" y="84831"/>
                  </a:lnTo>
                  <a:lnTo>
                    <a:pt x="3934177" y="59237"/>
                  </a:lnTo>
                  <a:lnTo>
                    <a:pt x="3907690" y="37611"/>
                  </a:lnTo>
                  <a:lnTo>
                    <a:pt x="3878077" y="20514"/>
                  </a:lnTo>
                  <a:lnTo>
                    <a:pt x="3846105" y="8388"/>
                  </a:lnTo>
                  <a:lnTo>
                    <a:pt x="3812602" y="1549"/>
                  </a:lnTo>
                  <a:lnTo>
                    <a:pt x="3786991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635306"/>
                  </a:lnTo>
                  <a:lnTo>
                    <a:pt x="688" y="618209"/>
                  </a:lnTo>
                  <a:lnTo>
                    <a:pt x="688" y="652403"/>
                  </a:lnTo>
                  <a:lnTo>
                    <a:pt x="6174" y="686155"/>
                  </a:lnTo>
                  <a:lnTo>
                    <a:pt x="17002" y="718589"/>
                  </a:lnTo>
                  <a:lnTo>
                    <a:pt x="32893" y="748866"/>
                  </a:lnTo>
                  <a:lnTo>
                    <a:pt x="53434" y="776203"/>
                  </a:lnTo>
                  <a:lnTo>
                    <a:pt x="78095" y="799890"/>
                  </a:lnTo>
                  <a:lnTo>
                    <a:pt x="106236" y="819314"/>
                  </a:lnTo>
                  <a:lnTo>
                    <a:pt x="137129" y="833973"/>
                  </a:lnTo>
                  <a:lnTo>
                    <a:pt x="169973" y="843486"/>
                  </a:lnTo>
                  <a:lnTo>
                    <a:pt x="203918" y="847608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tx8"/>
            <p:cNvSpPr/>
            <p:nvPr/>
          </p:nvSpPr>
          <p:spPr>
            <a:xfrm>
              <a:off x="1961071" y="5067561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0" name="pg9"/>
            <p:cNvSpPr/>
            <p:nvPr/>
          </p:nvSpPr>
          <p:spPr>
            <a:xfrm>
              <a:off x="1718244" y="5589444"/>
              <a:ext cx="3999465" cy="847780"/>
            </a:xfrm>
            <a:custGeom>
              <a:avLst/>
              <a:pathLst>
                <a:path w="3999465" h="847780">
                  <a:moveTo>
                    <a:pt x="212473" y="847780"/>
                  </a:moveTo>
                  <a:lnTo>
                    <a:pt x="3786991" y="847780"/>
                  </a:lnTo>
                  <a:lnTo>
                    <a:pt x="3778436" y="847608"/>
                  </a:lnTo>
                  <a:lnTo>
                    <a:pt x="3812602" y="846231"/>
                  </a:lnTo>
                  <a:lnTo>
                    <a:pt x="3846105" y="839391"/>
                  </a:lnTo>
                  <a:lnTo>
                    <a:pt x="3878077" y="827266"/>
                  </a:lnTo>
                  <a:lnTo>
                    <a:pt x="3907690" y="810169"/>
                  </a:lnTo>
                  <a:lnTo>
                    <a:pt x="3934177" y="788543"/>
                  </a:lnTo>
                  <a:lnTo>
                    <a:pt x="3956852" y="762948"/>
                  </a:lnTo>
                  <a:lnTo>
                    <a:pt x="3975127" y="734048"/>
                  </a:lnTo>
                  <a:lnTo>
                    <a:pt x="3988530" y="702590"/>
                  </a:lnTo>
                  <a:lnTo>
                    <a:pt x="3996714" y="669390"/>
                  </a:lnTo>
                  <a:lnTo>
                    <a:pt x="3999465" y="635306"/>
                  </a:lnTo>
                  <a:lnTo>
                    <a:pt x="3999465" y="212473"/>
                  </a:lnTo>
                  <a:lnTo>
                    <a:pt x="3996714" y="178390"/>
                  </a:lnTo>
                  <a:lnTo>
                    <a:pt x="3988530" y="145190"/>
                  </a:lnTo>
                  <a:lnTo>
                    <a:pt x="3975127" y="113732"/>
                  </a:lnTo>
                  <a:lnTo>
                    <a:pt x="3956852" y="84831"/>
                  </a:lnTo>
                  <a:lnTo>
                    <a:pt x="3934177" y="59237"/>
                  </a:lnTo>
                  <a:lnTo>
                    <a:pt x="3907690" y="37611"/>
                  </a:lnTo>
                  <a:lnTo>
                    <a:pt x="3878077" y="20514"/>
                  </a:lnTo>
                  <a:lnTo>
                    <a:pt x="3846105" y="8388"/>
                  </a:lnTo>
                  <a:lnTo>
                    <a:pt x="3812602" y="1549"/>
                  </a:lnTo>
                  <a:lnTo>
                    <a:pt x="3786991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635306"/>
                  </a:lnTo>
                  <a:lnTo>
                    <a:pt x="688" y="618209"/>
                  </a:lnTo>
                  <a:lnTo>
                    <a:pt x="688" y="652403"/>
                  </a:lnTo>
                  <a:lnTo>
                    <a:pt x="6174" y="686155"/>
                  </a:lnTo>
                  <a:lnTo>
                    <a:pt x="17002" y="718589"/>
                  </a:lnTo>
                  <a:lnTo>
                    <a:pt x="32893" y="748866"/>
                  </a:lnTo>
                  <a:lnTo>
                    <a:pt x="53434" y="776203"/>
                  </a:lnTo>
                  <a:lnTo>
                    <a:pt x="78095" y="799890"/>
                  </a:lnTo>
                  <a:lnTo>
                    <a:pt x="106236" y="819314"/>
                  </a:lnTo>
                  <a:lnTo>
                    <a:pt x="137129" y="833973"/>
                  </a:lnTo>
                  <a:lnTo>
                    <a:pt x="169973" y="843486"/>
                  </a:lnTo>
                  <a:lnTo>
                    <a:pt x="203918" y="847608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1961071" y="6194397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2" name="pg11"/>
            <p:cNvSpPr/>
            <p:nvPr/>
          </p:nvSpPr>
          <p:spPr>
            <a:xfrm>
              <a:off x="6474289" y="2208935"/>
              <a:ext cx="3999465" cy="847780"/>
            </a:xfrm>
            <a:custGeom>
              <a:avLst/>
              <a:pathLst>
                <a:path w="3999465" h="847780">
                  <a:moveTo>
                    <a:pt x="212473" y="847780"/>
                  </a:moveTo>
                  <a:lnTo>
                    <a:pt x="3786991" y="847780"/>
                  </a:lnTo>
                  <a:lnTo>
                    <a:pt x="3778436" y="847608"/>
                  </a:lnTo>
                  <a:lnTo>
                    <a:pt x="3812602" y="846231"/>
                  </a:lnTo>
                  <a:lnTo>
                    <a:pt x="3846105" y="839391"/>
                  </a:lnTo>
                  <a:lnTo>
                    <a:pt x="3878077" y="827266"/>
                  </a:lnTo>
                  <a:lnTo>
                    <a:pt x="3907690" y="810169"/>
                  </a:lnTo>
                  <a:lnTo>
                    <a:pt x="3934177" y="788543"/>
                  </a:lnTo>
                  <a:lnTo>
                    <a:pt x="3956852" y="762948"/>
                  </a:lnTo>
                  <a:lnTo>
                    <a:pt x="3975127" y="734048"/>
                  </a:lnTo>
                  <a:lnTo>
                    <a:pt x="3988530" y="702590"/>
                  </a:lnTo>
                  <a:lnTo>
                    <a:pt x="3996714" y="669390"/>
                  </a:lnTo>
                  <a:lnTo>
                    <a:pt x="3999465" y="635306"/>
                  </a:lnTo>
                  <a:lnTo>
                    <a:pt x="3999465" y="212473"/>
                  </a:lnTo>
                  <a:lnTo>
                    <a:pt x="3996714" y="178390"/>
                  </a:lnTo>
                  <a:lnTo>
                    <a:pt x="3988530" y="145190"/>
                  </a:lnTo>
                  <a:lnTo>
                    <a:pt x="3975127" y="113732"/>
                  </a:lnTo>
                  <a:lnTo>
                    <a:pt x="3956852" y="84831"/>
                  </a:lnTo>
                  <a:lnTo>
                    <a:pt x="3934177" y="59237"/>
                  </a:lnTo>
                  <a:lnTo>
                    <a:pt x="3907690" y="37611"/>
                  </a:lnTo>
                  <a:lnTo>
                    <a:pt x="3878077" y="20514"/>
                  </a:lnTo>
                  <a:lnTo>
                    <a:pt x="3846105" y="8388"/>
                  </a:lnTo>
                  <a:lnTo>
                    <a:pt x="3812602" y="1549"/>
                  </a:lnTo>
                  <a:lnTo>
                    <a:pt x="3786991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635306"/>
                  </a:lnTo>
                  <a:lnTo>
                    <a:pt x="688" y="618209"/>
                  </a:lnTo>
                  <a:lnTo>
                    <a:pt x="688" y="652403"/>
                  </a:lnTo>
                  <a:lnTo>
                    <a:pt x="6174" y="686155"/>
                  </a:lnTo>
                  <a:lnTo>
                    <a:pt x="17002" y="718589"/>
                  </a:lnTo>
                  <a:lnTo>
                    <a:pt x="32893" y="748866"/>
                  </a:lnTo>
                  <a:lnTo>
                    <a:pt x="53434" y="776203"/>
                  </a:lnTo>
                  <a:lnTo>
                    <a:pt x="78095" y="799890"/>
                  </a:lnTo>
                  <a:lnTo>
                    <a:pt x="106236" y="819314"/>
                  </a:lnTo>
                  <a:lnTo>
                    <a:pt x="137129" y="833973"/>
                  </a:lnTo>
                  <a:lnTo>
                    <a:pt x="169973" y="843486"/>
                  </a:lnTo>
                  <a:lnTo>
                    <a:pt x="203918" y="847608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6717117" y="2813888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4" name="pg13"/>
            <p:cNvSpPr/>
            <p:nvPr/>
          </p:nvSpPr>
          <p:spPr>
            <a:xfrm>
              <a:off x="6474289" y="3335771"/>
              <a:ext cx="3999465" cy="847780"/>
            </a:xfrm>
            <a:custGeom>
              <a:avLst/>
              <a:pathLst>
                <a:path w="3999465" h="847780">
                  <a:moveTo>
                    <a:pt x="212473" y="847780"/>
                  </a:moveTo>
                  <a:lnTo>
                    <a:pt x="3786991" y="847780"/>
                  </a:lnTo>
                  <a:lnTo>
                    <a:pt x="3778436" y="847608"/>
                  </a:lnTo>
                  <a:lnTo>
                    <a:pt x="3812602" y="846231"/>
                  </a:lnTo>
                  <a:lnTo>
                    <a:pt x="3846105" y="839391"/>
                  </a:lnTo>
                  <a:lnTo>
                    <a:pt x="3878077" y="827266"/>
                  </a:lnTo>
                  <a:lnTo>
                    <a:pt x="3907690" y="810169"/>
                  </a:lnTo>
                  <a:lnTo>
                    <a:pt x="3934177" y="788543"/>
                  </a:lnTo>
                  <a:lnTo>
                    <a:pt x="3956852" y="762948"/>
                  </a:lnTo>
                  <a:lnTo>
                    <a:pt x="3975127" y="734048"/>
                  </a:lnTo>
                  <a:lnTo>
                    <a:pt x="3988530" y="702590"/>
                  </a:lnTo>
                  <a:lnTo>
                    <a:pt x="3996714" y="669390"/>
                  </a:lnTo>
                  <a:lnTo>
                    <a:pt x="3999465" y="635306"/>
                  </a:lnTo>
                  <a:lnTo>
                    <a:pt x="3999465" y="212473"/>
                  </a:lnTo>
                  <a:lnTo>
                    <a:pt x="3996714" y="178390"/>
                  </a:lnTo>
                  <a:lnTo>
                    <a:pt x="3988530" y="145190"/>
                  </a:lnTo>
                  <a:lnTo>
                    <a:pt x="3975127" y="113732"/>
                  </a:lnTo>
                  <a:lnTo>
                    <a:pt x="3956852" y="84831"/>
                  </a:lnTo>
                  <a:lnTo>
                    <a:pt x="3934177" y="59237"/>
                  </a:lnTo>
                  <a:lnTo>
                    <a:pt x="3907690" y="37611"/>
                  </a:lnTo>
                  <a:lnTo>
                    <a:pt x="3878077" y="20514"/>
                  </a:lnTo>
                  <a:lnTo>
                    <a:pt x="3846105" y="8388"/>
                  </a:lnTo>
                  <a:lnTo>
                    <a:pt x="3812602" y="1549"/>
                  </a:lnTo>
                  <a:lnTo>
                    <a:pt x="3786991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635306"/>
                  </a:lnTo>
                  <a:lnTo>
                    <a:pt x="688" y="618209"/>
                  </a:lnTo>
                  <a:lnTo>
                    <a:pt x="688" y="652403"/>
                  </a:lnTo>
                  <a:lnTo>
                    <a:pt x="6174" y="686155"/>
                  </a:lnTo>
                  <a:lnTo>
                    <a:pt x="17002" y="718589"/>
                  </a:lnTo>
                  <a:lnTo>
                    <a:pt x="32893" y="748866"/>
                  </a:lnTo>
                  <a:lnTo>
                    <a:pt x="53434" y="776203"/>
                  </a:lnTo>
                  <a:lnTo>
                    <a:pt x="78095" y="799890"/>
                  </a:lnTo>
                  <a:lnTo>
                    <a:pt x="106236" y="819314"/>
                  </a:lnTo>
                  <a:lnTo>
                    <a:pt x="137129" y="833973"/>
                  </a:lnTo>
                  <a:lnTo>
                    <a:pt x="169973" y="843486"/>
                  </a:lnTo>
                  <a:lnTo>
                    <a:pt x="203918" y="847608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6717117" y="3940724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6" name="pg15"/>
            <p:cNvSpPr/>
            <p:nvPr/>
          </p:nvSpPr>
          <p:spPr>
            <a:xfrm>
              <a:off x="6474289" y="4462607"/>
              <a:ext cx="3999465" cy="847780"/>
            </a:xfrm>
            <a:custGeom>
              <a:avLst/>
              <a:pathLst>
                <a:path w="3999465" h="847780">
                  <a:moveTo>
                    <a:pt x="212473" y="847780"/>
                  </a:moveTo>
                  <a:lnTo>
                    <a:pt x="3786991" y="847780"/>
                  </a:lnTo>
                  <a:lnTo>
                    <a:pt x="3778436" y="847608"/>
                  </a:lnTo>
                  <a:lnTo>
                    <a:pt x="3812602" y="846231"/>
                  </a:lnTo>
                  <a:lnTo>
                    <a:pt x="3846105" y="839391"/>
                  </a:lnTo>
                  <a:lnTo>
                    <a:pt x="3878077" y="827266"/>
                  </a:lnTo>
                  <a:lnTo>
                    <a:pt x="3907690" y="810169"/>
                  </a:lnTo>
                  <a:lnTo>
                    <a:pt x="3934177" y="788543"/>
                  </a:lnTo>
                  <a:lnTo>
                    <a:pt x="3956852" y="762948"/>
                  </a:lnTo>
                  <a:lnTo>
                    <a:pt x="3975127" y="734048"/>
                  </a:lnTo>
                  <a:lnTo>
                    <a:pt x="3988530" y="702590"/>
                  </a:lnTo>
                  <a:lnTo>
                    <a:pt x="3996714" y="669390"/>
                  </a:lnTo>
                  <a:lnTo>
                    <a:pt x="3999465" y="635306"/>
                  </a:lnTo>
                  <a:lnTo>
                    <a:pt x="3999465" y="212473"/>
                  </a:lnTo>
                  <a:lnTo>
                    <a:pt x="3996714" y="178390"/>
                  </a:lnTo>
                  <a:lnTo>
                    <a:pt x="3988530" y="145190"/>
                  </a:lnTo>
                  <a:lnTo>
                    <a:pt x="3975127" y="113732"/>
                  </a:lnTo>
                  <a:lnTo>
                    <a:pt x="3956852" y="84831"/>
                  </a:lnTo>
                  <a:lnTo>
                    <a:pt x="3934177" y="59237"/>
                  </a:lnTo>
                  <a:lnTo>
                    <a:pt x="3907690" y="37611"/>
                  </a:lnTo>
                  <a:lnTo>
                    <a:pt x="3878077" y="20514"/>
                  </a:lnTo>
                  <a:lnTo>
                    <a:pt x="3846105" y="8388"/>
                  </a:lnTo>
                  <a:lnTo>
                    <a:pt x="3812602" y="1549"/>
                  </a:lnTo>
                  <a:lnTo>
                    <a:pt x="3786991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635306"/>
                  </a:lnTo>
                  <a:lnTo>
                    <a:pt x="688" y="618209"/>
                  </a:lnTo>
                  <a:lnTo>
                    <a:pt x="688" y="652403"/>
                  </a:lnTo>
                  <a:lnTo>
                    <a:pt x="6174" y="686155"/>
                  </a:lnTo>
                  <a:lnTo>
                    <a:pt x="17002" y="718589"/>
                  </a:lnTo>
                  <a:lnTo>
                    <a:pt x="32893" y="748866"/>
                  </a:lnTo>
                  <a:lnTo>
                    <a:pt x="53434" y="776203"/>
                  </a:lnTo>
                  <a:lnTo>
                    <a:pt x="78095" y="799890"/>
                  </a:lnTo>
                  <a:lnTo>
                    <a:pt x="106236" y="819314"/>
                  </a:lnTo>
                  <a:lnTo>
                    <a:pt x="137129" y="833973"/>
                  </a:lnTo>
                  <a:lnTo>
                    <a:pt x="169973" y="843486"/>
                  </a:lnTo>
                  <a:lnTo>
                    <a:pt x="203918" y="847608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6717117" y="5067561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6474289" y="5589444"/>
              <a:ext cx="3999465" cy="847780"/>
            </a:xfrm>
            <a:custGeom>
              <a:avLst/>
              <a:pathLst>
                <a:path w="3999465" h="847780">
                  <a:moveTo>
                    <a:pt x="212473" y="847780"/>
                  </a:moveTo>
                  <a:lnTo>
                    <a:pt x="3786991" y="847780"/>
                  </a:lnTo>
                  <a:lnTo>
                    <a:pt x="3778436" y="847608"/>
                  </a:lnTo>
                  <a:lnTo>
                    <a:pt x="3812602" y="846231"/>
                  </a:lnTo>
                  <a:lnTo>
                    <a:pt x="3846105" y="839391"/>
                  </a:lnTo>
                  <a:lnTo>
                    <a:pt x="3878077" y="827266"/>
                  </a:lnTo>
                  <a:lnTo>
                    <a:pt x="3907690" y="810169"/>
                  </a:lnTo>
                  <a:lnTo>
                    <a:pt x="3934177" y="788543"/>
                  </a:lnTo>
                  <a:lnTo>
                    <a:pt x="3956852" y="762948"/>
                  </a:lnTo>
                  <a:lnTo>
                    <a:pt x="3975127" y="734048"/>
                  </a:lnTo>
                  <a:lnTo>
                    <a:pt x="3988530" y="702590"/>
                  </a:lnTo>
                  <a:lnTo>
                    <a:pt x="3996714" y="669390"/>
                  </a:lnTo>
                  <a:lnTo>
                    <a:pt x="3999465" y="635306"/>
                  </a:lnTo>
                  <a:lnTo>
                    <a:pt x="3999465" y="212473"/>
                  </a:lnTo>
                  <a:lnTo>
                    <a:pt x="3996714" y="178390"/>
                  </a:lnTo>
                  <a:lnTo>
                    <a:pt x="3988530" y="145190"/>
                  </a:lnTo>
                  <a:lnTo>
                    <a:pt x="3975127" y="113732"/>
                  </a:lnTo>
                  <a:lnTo>
                    <a:pt x="3956852" y="84831"/>
                  </a:lnTo>
                  <a:lnTo>
                    <a:pt x="3934177" y="59237"/>
                  </a:lnTo>
                  <a:lnTo>
                    <a:pt x="3907690" y="37611"/>
                  </a:lnTo>
                  <a:lnTo>
                    <a:pt x="3878077" y="20514"/>
                  </a:lnTo>
                  <a:lnTo>
                    <a:pt x="3846105" y="8388"/>
                  </a:lnTo>
                  <a:lnTo>
                    <a:pt x="3812602" y="1549"/>
                  </a:lnTo>
                  <a:lnTo>
                    <a:pt x="3786991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635306"/>
                  </a:lnTo>
                  <a:lnTo>
                    <a:pt x="688" y="618209"/>
                  </a:lnTo>
                  <a:lnTo>
                    <a:pt x="688" y="652403"/>
                  </a:lnTo>
                  <a:lnTo>
                    <a:pt x="6174" y="686155"/>
                  </a:lnTo>
                  <a:lnTo>
                    <a:pt x="17002" y="718589"/>
                  </a:lnTo>
                  <a:lnTo>
                    <a:pt x="32893" y="748866"/>
                  </a:lnTo>
                  <a:lnTo>
                    <a:pt x="53434" y="776203"/>
                  </a:lnTo>
                  <a:lnTo>
                    <a:pt x="78095" y="799890"/>
                  </a:lnTo>
                  <a:lnTo>
                    <a:pt x="106236" y="819314"/>
                  </a:lnTo>
                  <a:lnTo>
                    <a:pt x="137129" y="833973"/>
                  </a:lnTo>
                  <a:lnTo>
                    <a:pt x="169973" y="843486"/>
                  </a:lnTo>
                  <a:lnTo>
                    <a:pt x="203918" y="847608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6717117" y="6194397"/>
              <a:ext cx="351381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20" name="pg19"/>
            <p:cNvSpPr/>
            <p:nvPr/>
          </p:nvSpPr>
          <p:spPr>
            <a:xfrm>
              <a:off x="1780788" y="1220706"/>
              <a:ext cx="3874377" cy="570566"/>
            </a:xfrm>
            <a:custGeom>
              <a:avLst/>
              <a:pathLst>
                <a:path w="3874377" h="570566">
                  <a:moveTo>
                    <a:pt x="182120" y="570566"/>
                  </a:moveTo>
                  <a:lnTo>
                    <a:pt x="3692257" y="570566"/>
                  </a:lnTo>
                  <a:lnTo>
                    <a:pt x="3684924" y="570418"/>
                  </a:lnTo>
                  <a:lnTo>
                    <a:pt x="3714209" y="569238"/>
                  </a:lnTo>
                  <a:lnTo>
                    <a:pt x="3742926" y="563375"/>
                  </a:lnTo>
                  <a:lnTo>
                    <a:pt x="3770331" y="552982"/>
                  </a:lnTo>
                  <a:lnTo>
                    <a:pt x="3795713" y="538327"/>
                  </a:lnTo>
                  <a:lnTo>
                    <a:pt x="3818416" y="519791"/>
                  </a:lnTo>
                  <a:lnTo>
                    <a:pt x="3837852" y="497853"/>
                  </a:lnTo>
                  <a:lnTo>
                    <a:pt x="3853516" y="473081"/>
                  </a:lnTo>
                  <a:lnTo>
                    <a:pt x="3865005" y="446117"/>
                  </a:lnTo>
                  <a:lnTo>
                    <a:pt x="3872019" y="417659"/>
                  </a:lnTo>
                  <a:lnTo>
                    <a:pt x="3874377" y="388445"/>
                  </a:lnTo>
                  <a:lnTo>
                    <a:pt x="3874377" y="182120"/>
                  </a:lnTo>
                  <a:lnTo>
                    <a:pt x="3872019" y="152906"/>
                  </a:lnTo>
                  <a:lnTo>
                    <a:pt x="3865005" y="124448"/>
                  </a:lnTo>
                  <a:lnTo>
                    <a:pt x="3853516" y="97484"/>
                  </a:lnTo>
                  <a:lnTo>
                    <a:pt x="3837852" y="72712"/>
                  </a:lnTo>
                  <a:lnTo>
                    <a:pt x="3818416" y="50774"/>
                  </a:lnTo>
                  <a:lnTo>
                    <a:pt x="3795713" y="32238"/>
                  </a:lnTo>
                  <a:lnTo>
                    <a:pt x="3770331" y="17583"/>
                  </a:lnTo>
                  <a:lnTo>
                    <a:pt x="3742926" y="7190"/>
                  </a:lnTo>
                  <a:lnTo>
                    <a:pt x="3714209" y="1327"/>
                  </a:lnTo>
                  <a:lnTo>
                    <a:pt x="3692257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1910874" y="1661186"/>
              <a:ext cx="3614205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     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6536833" y="1220706"/>
              <a:ext cx="3874377" cy="570566"/>
            </a:xfrm>
            <a:custGeom>
              <a:avLst/>
              <a:pathLst>
                <a:path w="3874377" h="570566">
                  <a:moveTo>
                    <a:pt x="182120" y="570566"/>
                  </a:moveTo>
                  <a:lnTo>
                    <a:pt x="3692257" y="570566"/>
                  </a:lnTo>
                  <a:lnTo>
                    <a:pt x="3684924" y="570418"/>
                  </a:lnTo>
                  <a:lnTo>
                    <a:pt x="3714209" y="569238"/>
                  </a:lnTo>
                  <a:lnTo>
                    <a:pt x="3742926" y="563375"/>
                  </a:lnTo>
                  <a:lnTo>
                    <a:pt x="3770331" y="552982"/>
                  </a:lnTo>
                  <a:lnTo>
                    <a:pt x="3795713" y="538327"/>
                  </a:lnTo>
                  <a:lnTo>
                    <a:pt x="3818416" y="519791"/>
                  </a:lnTo>
                  <a:lnTo>
                    <a:pt x="3837852" y="497853"/>
                  </a:lnTo>
                  <a:lnTo>
                    <a:pt x="3853516" y="473081"/>
                  </a:lnTo>
                  <a:lnTo>
                    <a:pt x="3865005" y="446117"/>
                  </a:lnTo>
                  <a:lnTo>
                    <a:pt x="3872019" y="417659"/>
                  </a:lnTo>
                  <a:lnTo>
                    <a:pt x="3874377" y="388445"/>
                  </a:lnTo>
                  <a:lnTo>
                    <a:pt x="3874377" y="182120"/>
                  </a:lnTo>
                  <a:lnTo>
                    <a:pt x="3872019" y="152906"/>
                  </a:lnTo>
                  <a:lnTo>
                    <a:pt x="3865005" y="124448"/>
                  </a:lnTo>
                  <a:lnTo>
                    <a:pt x="3853516" y="97484"/>
                  </a:lnTo>
                  <a:lnTo>
                    <a:pt x="3837852" y="72712"/>
                  </a:lnTo>
                  <a:lnTo>
                    <a:pt x="3818416" y="50774"/>
                  </a:lnTo>
                  <a:lnTo>
                    <a:pt x="3795713" y="32238"/>
                  </a:lnTo>
                  <a:lnTo>
                    <a:pt x="3770331" y="17583"/>
                  </a:lnTo>
                  <a:lnTo>
                    <a:pt x="3742926" y="7190"/>
                  </a:lnTo>
                  <a:lnTo>
                    <a:pt x="3714209" y="1327"/>
                  </a:lnTo>
                  <a:lnTo>
                    <a:pt x="3692257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6666919" y="1661186"/>
              <a:ext cx="3614205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     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934460" y="2542911"/>
              <a:ext cx="1422797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 Media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1934460" y="3623299"/>
              <a:ext cx="2022377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 Alone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934460" y="4753003"/>
              <a:ext cx="1435413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 Alone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934460" y="5879839"/>
              <a:ext cx="2139931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 TV Alone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6690505" y="2542911"/>
              <a:ext cx="1422797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 Media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690505" y="3669862"/>
              <a:ext cx="1526933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Alone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690505" y="4753003"/>
              <a:ext cx="1435413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 Alone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690505" y="5879839"/>
              <a:ext cx="2139931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 TV Alone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940104" y="2545893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940104" y="3672156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5070732" y="4801745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070732" y="5928581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9696150" y="2545893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9696150" y="3672156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9696150" y="4798992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9826778" y="5928581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3412805" y="1399136"/>
              <a:ext cx="610342" cy="21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8168851" y="1395325"/>
              <a:ext cx="610342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LOW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g3"/>
            <p:cNvSpPr/>
            <p:nvPr/>
          </p:nvSpPr>
          <p:spPr>
            <a:xfrm>
              <a:off x="865854" y="1972945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1078328" y="2547545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6" name="pg5"/>
            <p:cNvSpPr/>
            <p:nvPr/>
          </p:nvSpPr>
          <p:spPr>
            <a:xfrm>
              <a:off x="865854" y="2894902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1078328" y="3469502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8" name="pg7"/>
            <p:cNvSpPr/>
            <p:nvPr/>
          </p:nvSpPr>
          <p:spPr>
            <a:xfrm>
              <a:off x="865854" y="3816859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tx8"/>
            <p:cNvSpPr/>
            <p:nvPr/>
          </p:nvSpPr>
          <p:spPr>
            <a:xfrm>
              <a:off x="1078328" y="4391459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0" name="pg9"/>
            <p:cNvSpPr/>
            <p:nvPr/>
          </p:nvSpPr>
          <p:spPr>
            <a:xfrm>
              <a:off x="865854" y="4738816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1078328" y="5313416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2" name="pg11"/>
            <p:cNvSpPr/>
            <p:nvPr/>
          </p:nvSpPr>
          <p:spPr>
            <a:xfrm>
              <a:off x="865854" y="5660773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078328" y="6235373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4" name="pg13"/>
            <p:cNvSpPr/>
            <p:nvPr/>
          </p:nvSpPr>
          <p:spPr>
            <a:xfrm>
              <a:off x="4478001" y="1972945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4690475" y="2547545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6" name="pg15"/>
            <p:cNvSpPr/>
            <p:nvPr/>
          </p:nvSpPr>
          <p:spPr>
            <a:xfrm>
              <a:off x="4478001" y="2894902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4690475" y="3469502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4478001" y="3816859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4690475" y="4391459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0" name="pg19"/>
            <p:cNvSpPr/>
            <p:nvPr/>
          </p:nvSpPr>
          <p:spPr>
            <a:xfrm>
              <a:off x="4478001" y="4738816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4690475" y="5313416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4478001" y="5660773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4690475" y="6235373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8090148" y="1972945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8302622" y="2547545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8090148" y="2894902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8302622" y="3469502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8090148" y="3816859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8302622" y="4391459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8090148" y="4738816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8302622" y="5313416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8090148" y="5660773"/>
              <a:ext cx="3235996" cy="787073"/>
            </a:xfrm>
            <a:custGeom>
              <a:avLst/>
              <a:pathLst>
                <a:path w="3235996" h="787073">
                  <a:moveTo>
                    <a:pt x="212473" y="787073"/>
                  </a:moveTo>
                  <a:lnTo>
                    <a:pt x="3023522" y="787073"/>
                  </a:lnTo>
                  <a:lnTo>
                    <a:pt x="3014967" y="786901"/>
                  </a:lnTo>
                  <a:lnTo>
                    <a:pt x="3049133" y="785524"/>
                  </a:lnTo>
                  <a:lnTo>
                    <a:pt x="3082636" y="778685"/>
                  </a:lnTo>
                  <a:lnTo>
                    <a:pt x="3114608" y="766559"/>
                  </a:lnTo>
                  <a:lnTo>
                    <a:pt x="3144221" y="749462"/>
                  </a:lnTo>
                  <a:lnTo>
                    <a:pt x="3170708" y="727836"/>
                  </a:lnTo>
                  <a:lnTo>
                    <a:pt x="3193383" y="702242"/>
                  </a:lnTo>
                  <a:lnTo>
                    <a:pt x="3211658" y="673341"/>
                  </a:lnTo>
                  <a:lnTo>
                    <a:pt x="3225061" y="641883"/>
                  </a:lnTo>
                  <a:lnTo>
                    <a:pt x="3233245" y="608683"/>
                  </a:lnTo>
                  <a:lnTo>
                    <a:pt x="3235996" y="574600"/>
                  </a:lnTo>
                  <a:lnTo>
                    <a:pt x="3235996" y="212473"/>
                  </a:lnTo>
                  <a:lnTo>
                    <a:pt x="3233245" y="178390"/>
                  </a:lnTo>
                  <a:lnTo>
                    <a:pt x="3225061" y="145190"/>
                  </a:lnTo>
                  <a:lnTo>
                    <a:pt x="3211658" y="113732"/>
                  </a:lnTo>
                  <a:lnTo>
                    <a:pt x="3193383" y="84831"/>
                  </a:lnTo>
                  <a:lnTo>
                    <a:pt x="3170708" y="59237"/>
                  </a:lnTo>
                  <a:lnTo>
                    <a:pt x="3144221" y="37611"/>
                  </a:lnTo>
                  <a:lnTo>
                    <a:pt x="3114608" y="20514"/>
                  </a:lnTo>
                  <a:lnTo>
                    <a:pt x="3082636" y="8388"/>
                  </a:lnTo>
                  <a:lnTo>
                    <a:pt x="3049133" y="1549"/>
                  </a:lnTo>
                  <a:lnTo>
                    <a:pt x="3023522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8302622" y="6235373"/>
              <a:ext cx="281104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34" name="pg33"/>
            <p:cNvSpPr/>
            <p:nvPr/>
          </p:nvSpPr>
          <p:spPr>
            <a:xfrm>
              <a:off x="847847" y="1159242"/>
              <a:ext cx="3272010" cy="570566"/>
            </a:xfrm>
            <a:custGeom>
              <a:avLst/>
              <a:pathLst>
                <a:path w="3272010" h="570566">
                  <a:moveTo>
                    <a:pt x="182120" y="570566"/>
                  </a:moveTo>
                  <a:lnTo>
                    <a:pt x="3089889" y="570566"/>
                  </a:lnTo>
                  <a:lnTo>
                    <a:pt x="3082556" y="570418"/>
                  </a:lnTo>
                  <a:lnTo>
                    <a:pt x="3111841" y="569238"/>
                  </a:lnTo>
                  <a:lnTo>
                    <a:pt x="3140558" y="563375"/>
                  </a:lnTo>
                  <a:lnTo>
                    <a:pt x="3167963" y="552982"/>
                  </a:lnTo>
                  <a:lnTo>
                    <a:pt x="3193345" y="538327"/>
                  </a:lnTo>
                  <a:lnTo>
                    <a:pt x="3216048" y="519791"/>
                  </a:lnTo>
                  <a:lnTo>
                    <a:pt x="3235484" y="497853"/>
                  </a:lnTo>
                  <a:lnTo>
                    <a:pt x="3251149" y="473081"/>
                  </a:lnTo>
                  <a:lnTo>
                    <a:pt x="3262637" y="446117"/>
                  </a:lnTo>
                  <a:lnTo>
                    <a:pt x="3269651" y="417659"/>
                  </a:lnTo>
                  <a:lnTo>
                    <a:pt x="3272010" y="388445"/>
                  </a:lnTo>
                  <a:lnTo>
                    <a:pt x="3272010" y="182120"/>
                  </a:lnTo>
                  <a:lnTo>
                    <a:pt x="3269651" y="152906"/>
                  </a:lnTo>
                  <a:lnTo>
                    <a:pt x="3262637" y="124448"/>
                  </a:lnTo>
                  <a:lnTo>
                    <a:pt x="3251149" y="97484"/>
                  </a:lnTo>
                  <a:lnTo>
                    <a:pt x="3235484" y="72712"/>
                  </a:lnTo>
                  <a:lnTo>
                    <a:pt x="3216048" y="50774"/>
                  </a:lnTo>
                  <a:lnTo>
                    <a:pt x="3193345" y="32238"/>
                  </a:lnTo>
                  <a:lnTo>
                    <a:pt x="3167963" y="17583"/>
                  </a:lnTo>
                  <a:lnTo>
                    <a:pt x="3140558" y="7190"/>
                  </a:lnTo>
                  <a:lnTo>
                    <a:pt x="3111841" y="1327"/>
                  </a:lnTo>
                  <a:lnTo>
                    <a:pt x="3089889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977933" y="1599722"/>
              <a:ext cx="30118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36" name="pg35"/>
            <p:cNvSpPr/>
            <p:nvPr/>
          </p:nvSpPr>
          <p:spPr>
            <a:xfrm>
              <a:off x="4459994" y="1159242"/>
              <a:ext cx="3272010" cy="570566"/>
            </a:xfrm>
            <a:custGeom>
              <a:avLst/>
              <a:pathLst>
                <a:path w="3272010" h="570566">
                  <a:moveTo>
                    <a:pt x="182120" y="570566"/>
                  </a:moveTo>
                  <a:lnTo>
                    <a:pt x="3089889" y="570566"/>
                  </a:lnTo>
                  <a:lnTo>
                    <a:pt x="3082556" y="570418"/>
                  </a:lnTo>
                  <a:lnTo>
                    <a:pt x="3111841" y="569238"/>
                  </a:lnTo>
                  <a:lnTo>
                    <a:pt x="3140558" y="563375"/>
                  </a:lnTo>
                  <a:lnTo>
                    <a:pt x="3167963" y="552982"/>
                  </a:lnTo>
                  <a:lnTo>
                    <a:pt x="3193345" y="538327"/>
                  </a:lnTo>
                  <a:lnTo>
                    <a:pt x="3216048" y="519791"/>
                  </a:lnTo>
                  <a:lnTo>
                    <a:pt x="3235484" y="497853"/>
                  </a:lnTo>
                  <a:lnTo>
                    <a:pt x="3251149" y="473081"/>
                  </a:lnTo>
                  <a:lnTo>
                    <a:pt x="3262637" y="446117"/>
                  </a:lnTo>
                  <a:lnTo>
                    <a:pt x="3269651" y="417659"/>
                  </a:lnTo>
                  <a:lnTo>
                    <a:pt x="3272010" y="388445"/>
                  </a:lnTo>
                  <a:lnTo>
                    <a:pt x="3272010" y="182120"/>
                  </a:lnTo>
                  <a:lnTo>
                    <a:pt x="3269651" y="152906"/>
                  </a:lnTo>
                  <a:lnTo>
                    <a:pt x="3262637" y="124448"/>
                  </a:lnTo>
                  <a:lnTo>
                    <a:pt x="3251149" y="97484"/>
                  </a:lnTo>
                  <a:lnTo>
                    <a:pt x="3235484" y="72712"/>
                  </a:lnTo>
                  <a:lnTo>
                    <a:pt x="3216048" y="50774"/>
                  </a:lnTo>
                  <a:lnTo>
                    <a:pt x="3193345" y="32238"/>
                  </a:lnTo>
                  <a:lnTo>
                    <a:pt x="3167963" y="17583"/>
                  </a:lnTo>
                  <a:lnTo>
                    <a:pt x="3140558" y="7190"/>
                  </a:lnTo>
                  <a:lnTo>
                    <a:pt x="3111841" y="1327"/>
                  </a:lnTo>
                  <a:lnTo>
                    <a:pt x="3089889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4590080" y="1599722"/>
              <a:ext cx="30118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38" name="pg37"/>
            <p:cNvSpPr/>
            <p:nvPr/>
          </p:nvSpPr>
          <p:spPr>
            <a:xfrm>
              <a:off x="8072141" y="1159242"/>
              <a:ext cx="3272010" cy="570566"/>
            </a:xfrm>
            <a:custGeom>
              <a:avLst/>
              <a:pathLst>
                <a:path w="3272010" h="570566">
                  <a:moveTo>
                    <a:pt x="182120" y="570566"/>
                  </a:moveTo>
                  <a:lnTo>
                    <a:pt x="3089889" y="570566"/>
                  </a:lnTo>
                  <a:lnTo>
                    <a:pt x="3082556" y="570418"/>
                  </a:lnTo>
                  <a:lnTo>
                    <a:pt x="3111841" y="569238"/>
                  </a:lnTo>
                  <a:lnTo>
                    <a:pt x="3140558" y="563375"/>
                  </a:lnTo>
                  <a:lnTo>
                    <a:pt x="3167963" y="552982"/>
                  </a:lnTo>
                  <a:lnTo>
                    <a:pt x="3193345" y="538327"/>
                  </a:lnTo>
                  <a:lnTo>
                    <a:pt x="3216048" y="519791"/>
                  </a:lnTo>
                  <a:lnTo>
                    <a:pt x="3235484" y="497853"/>
                  </a:lnTo>
                  <a:lnTo>
                    <a:pt x="3251149" y="473081"/>
                  </a:lnTo>
                  <a:lnTo>
                    <a:pt x="3262637" y="446117"/>
                  </a:lnTo>
                  <a:lnTo>
                    <a:pt x="3269651" y="417659"/>
                  </a:lnTo>
                  <a:lnTo>
                    <a:pt x="3272010" y="388445"/>
                  </a:lnTo>
                  <a:lnTo>
                    <a:pt x="3272010" y="182120"/>
                  </a:lnTo>
                  <a:lnTo>
                    <a:pt x="3269651" y="152906"/>
                  </a:lnTo>
                  <a:lnTo>
                    <a:pt x="3262637" y="124448"/>
                  </a:lnTo>
                  <a:lnTo>
                    <a:pt x="3251149" y="97484"/>
                  </a:lnTo>
                  <a:lnTo>
                    <a:pt x="3235484" y="72712"/>
                  </a:lnTo>
                  <a:lnTo>
                    <a:pt x="3216048" y="50774"/>
                  </a:lnTo>
                  <a:lnTo>
                    <a:pt x="3193345" y="32238"/>
                  </a:lnTo>
                  <a:lnTo>
                    <a:pt x="3167963" y="17583"/>
                  </a:lnTo>
                  <a:lnTo>
                    <a:pt x="3140558" y="7190"/>
                  </a:lnTo>
                  <a:lnTo>
                    <a:pt x="3111841" y="1327"/>
                  </a:lnTo>
                  <a:lnTo>
                    <a:pt x="3089889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8202227" y="1599722"/>
              <a:ext cx="301183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     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1129297" y="2276568"/>
              <a:ext cx="1422797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 Media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1129297" y="2975919"/>
              <a:ext cx="1409035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Hanging Out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1129297" y="3377779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129297" y="3900743"/>
              <a:ext cx="1422224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 TV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1129297" y="4299736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1129297" y="4995991"/>
              <a:ext cx="2022377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 Alone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129297" y="5964511"/>
              <a:ext cx="1526933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Alone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4741444" y="2276568"/>
              <a:ext cx="1422797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 Media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741444" y="3198639"/>
              <a:ext cx="1526933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Alone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4741444" y="4076901"/>
              <a:ext cx="1435413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 Alone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741444" y="4995991"/>
              <a:ext cx="2022377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 Alone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4741444" y="5741790"/>
              <a:ext cx="1409035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Hanging Out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741444" y="6143651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8353591" y="2276568"/>
              <a:ext cx="1422797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 Media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8353591" y="2978786"/>
              <a:ext cx="1422224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 TV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8353591" y="3377779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8353591" y="3897876"/>
              <a:ext cx="1409035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Hanging Out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8353591" y="4299736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8353591" y="4995991"/>
              <a:ext cx="2022377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 Alone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8353591" y="5964511"/>
              <a:ext cx="1526933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 Alone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3277018" y="2279550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3407646" y="3203686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407646" y="4125643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407646" y="5047600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3407646" y="5969557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6889165" y="2279550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6889165" y="3200933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6889165" y="4122890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6889165" y="5044847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6889165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10501312" y="2279550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10501312" y="3200933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10501312" y="4122890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10631940" y="5047600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10631940" y="5969557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2218980" y="1341060"/>
              <a:ext cx="529744" cy="2069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IWF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5228760" y="1333861"/>
              <a:ext cx="1734480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 Women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9073737" y="1333861"/>
              <a:ext cx="1268818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 Men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MOST COMMON LOW VALUE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g3"/>
            <p:cNvSpPr/>
            <p:nvPr/>
          </p:nvSpPr>
          <p:spPr>
            <a:xfrm>
              <a:off x="671984" y="1972945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884457" y="2547545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6" name="pg5"/>
            <p:cNvSpPr/>
            <p:nvPr/>
          </p:nvSpPr>
          <p:spPr>
            <a:xfrm>
              <a:off x="671984" y="2894902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884457" y="3469502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8" name="pg7"/>
            <p:cNvSpPr/>
            <p:nvPr/>
          </p:nvSpPr>
          <p:spPr>
            <a:xfrm>
              <a:off x="671984" y="3816859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tx8"/>
            <p:cNvSpPr/>
            <p:nvPr/>
          </p:nvSpPr>
          <p:spPr>
            <a:xfrm>
              <a:off x="884457" y="4391459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0" name="pg9"/>
            <p:cNvSpPr/>
            <p:nvPr/>
          </p:nvSpPr>
          <p:spPr>
            <a:xfrm>
              <a:off x="671984" y="4738816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884457" y="5313416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2" name="pg11"/>
            <p:cNvSpPr/>
            <p:nvPr/>
          </p:nvSpPr>
          <p:spPr>
            <a:xfrm>
              <a:off x="671984" y="5660773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884457" y="6235373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4" name="pg13"/>
            <p:cNvSpPr/>
            <p:nvPr/>
          </p:nvSpPr>
          <p:spPr>
            <a:xfrm>
              <a:off x="3443583" y="1972945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3656057" y="2547545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6" name="pg15"/>
            <p:cNvSpPr/>
            <p:nvPr/>
          </p:nvSpPr>
          <p:spPr>
            <a:xfrm>
              <a:off x="3443583" y="2894902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3656057" y="3469502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3443583" y="3816859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3656057" y="4391459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0" name="pg19"/>
            <p:cNvSpPr/>
            <p:nvPr/>
          </p:nvSpPr>
          <p:spPr>
            <a:xfrm>
              <a:off x="3443583" y="4738816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3656057" y="5313416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3443583" y="5660773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3656057" y="6235373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6215182" y="1972945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6427656" y="2547545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6215182" y="2894902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6427656" y="3469502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6215182" y="3816859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6427656" y="4391459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6215182" y="4738816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6427656" y="5313416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6215182" y="5660773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6427656" y="6235373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4" name="pg33"/>
            <p:cNvSpPr/>
            <p:nvPr/>
          </p:nvSpPr>
          <p:spPr>
            <a:xfrm>
              <a:off x="8986781" y="1972945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9199255" y="2547545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6" name="pg35"/>
            <p:cNvSpPr/>
            <p:nvPr/>
          </p:nvSpPr>
          <p:spPr>
            <a:xfrm>
              <a:off x="8986781" y="2894902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9199255" y="3469502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38" name="pg37"/>
            <p:cNvSpPr/>
            <p:nvPr/>
          </p:nvSpPr>
          <p:spPr>
            <a:xfrm>
              <a:off x="8986781" y="3816859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9199255" y="4391459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40" name="pg39"/>
            <p:cNvSpPr/>
            <p:nvPr/>
          </p:nvSpPr>
          <p:spPr>
            <a:xfrm>
              <a:off x="8986781" y="4738816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9199255" y="5313416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42" name="pg41"/>
            <p:cNvSpPr/>
            <p:nvPr/>
          </p:nvSpPr>
          <p:spPr>
            <a:xfrm>
              <a:off x="8986781" y="5660773"/>
              <a:ext cx="2533234" cy="787073"/>
            </a:xfrm>
            <a:custGeom>
              <a:avLst/>
              <a:pathLst>
                <a:path w="2533234" h="787073">
                  <a:moveTo>
                    <a:pt x="212473" y="787073"/>
                  </a:moveTo>
                  <a:lnTo>
                    <a:pt x="2320760" y="787073"/>
                  </a:lnTo>
                  <a:lnTo>
                    <a:pt x="2312205" y="786901"/>
                  </a:lnTo>
                  <a:lnTo>
                    <a:pt x="2346371" y="785524"/>
                  </a:lnTo>
                  <a:lnTo>
                    <a:pt x="2379874" y="778685"/>
                  </a:lnTo>
                  <a:lnTo>
                    <a:pt x="2411846" y="766559"/>
                  </a:lnTo>
                  <a:lnTo>
                    <a:pt x="2441459" y="749462"/>
                  </a:lnTo>
                  <a:lnTo>
                    <a:pt x="2467946" y="727836"/>
                  </a:lnTo>
                  <a:lnTo>
                    <a:pt x="2490621" y="702242"/>
                  </a:lnTo>
                  <a:lnTo>
                    <a:pt x="2508896" y="673341"/>
                  </a:lnTo>
                  <a:lnTo>
                    <a:pt x="2522299" y="641883"/>
                  </a:lnTo>
                  <a:lnTo>
                    <a:pt x="2530482" y="608683"/>
                  </a:lnTo>
                  <a:lnTo>
                    <a:pt x="2533234" y="574600"/>
                  </a:lnTo>
                  <a:lnTo>
                    <a:pt x="2533234" y="212473"/>
                  </a:lnTo>
                  <a:lnTo>
                    <a:pt x="2530482" y="178390"/>
                  </a:lnTo>
                  <a:lnTo>
                    <a:pt x="2522299" y="145190"/>
                  </a:lnTo>
                  <a:lnTo>
                    <a:pt x="2508896" y="113732"/>
                  </a:lnTo>
                  <a:lnTo>
                    <a:pt x="2490621" y="84831"/>
                  </a:lnTo>
                  <a:lnTo>
                    <a:pt x="2467946" y="59237"/>
                  </a:lnTo>
                  <a:lnTo>
                    <a:pt x="2441459" y="37611"/>
                  </a:lnTo>
                  <a:lnTo>
                    <a:pt x="2411846" y="20514"/>
                  </a:lnTo>
                  <a:lnTo>
                    <a:pt x="2379874" y="8388"/>
                  </a:lnTo>
                  <a:lnTo>
                    <a:pt x="2346371" y="1549"/>
                  </a:lnTo>
                  <a:lnTo>
                    <a:pt x="2320760" y="0"/>
                  </a:lnTo>
                  <a:lnTo>
                    <a:pt x="212473" y="0"/>
                  </a:lnTo>
                  <a:lnTo>
                    <a:pt x="238084" y="1549"/>
                  </a:lnTo>
                  <a:lnTo>
                    <a:pt x="203918" y="172"/>
                  </a:lnTo>
                  <a:lnTo>
                    <a:pt x="169973" y="4293"/>
                  </a:lnTo>
                  <a:lnTo>
                    <a:pt x="137129" y="13807"/>
                  </a:lnTo>
                  <a:lnTo>
                    <a:pt x="106236" y="28466"/>
                  </a:lnTo>
                  <a:lnTo>
                    <a:pt x="78095" y="47890"/>
                  </a:lnTo>
                  <a:lnTo>
                    <a:pt x="53434" y="71577"/>
                  </a:lnTo>
                  <a:lnTo>
                    <a:pt x="32893" y="98913"/>
                  </a:lnTo>
                  <a:lnTo>
                    <a:pt x="17002" y="129191"/>
                  </a:lnTo>
                  <a:lnTo>
                    <a:pt x="6174" y="161625"/>
                  </a:lnTo>
                  <a:lnTo>
                    <a:pt x="688" y="195376"/>
                  </a:lnTo>
                  <a:lnTo>
                    <a:pt x="0" y="212473"/>
                  </a:lnTo>
                  <a:lnTo>
                    <a:pt x="0" y="574600"/>
                  </a:lnTo>
                  <a:lnTo>
                    <a:pt x="688" y="557503"/>
                  </a:lnTo>
                  <a:lnTo>
                    <a:pt x="688" y="591697"/>
                  </a:lnTo>
                  <a:lnTo>
                    <a:pt x="6174" y="625448"/>
                  </a:lnTo>
                  <a:lnTo>
                    <a:pt x="17002" y="657882"/>
                  </a:lnTo>
                  <a:lnTo>
                    <a:pt x="32893" y="688160"/>
                  </a:lnTo>
                  <a:lnTo>
                    <a:pt x="53434" y="715496"/>
                  </a:lnTo>
                  <a:lnTo>
                    <a:pt x="78095" y="739183"/>
                  </a:lnTo>
                  <a:lnTo>
                    <a:pt x="106236" y="758607"/>
                  </a:lnTo>
                  <a:lnTo>
                    <a:pt x="137129" y="773266"/>
                  </a:lnTo>
                  <a:lnTo>
                    <a:pt x="169973" y="782779"/>
                  </a:lnTo>
                  <a:lnTo>
                    <a:pt x="203918" y="786901"/>
                  </a:lnTo>
                  <a:close/>
                </a:path>
              </a:pathLst>
            </a:custGeom>
            <a:solidFill>
              <a:srgbClr val="D95B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9199255" y="6235373"/>
              <a:ext cx="210828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9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98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</a:t>
              </a:r>
            </a:p>
          </p:txBody>
        </p:sp>
        <p:sp>
          <p:nvSpPr>
            <p:cNvPr id="44" name="pg43"/>
            <p:cNvSpPr/>
            <p:nvPr/>
          </p:nvSpPr>
          <p:spPr>
            <a:xfrm>
              <a:off x="603779" y="1159242"/>
              <a:ext cx="2669642" cy="570566"/>
            </a:xfrm>
            <a:custGeom>
              <a:avLst/>
              <a:pathLst>
                <a:path w="2669642" h="570566">
                  <a:moveTo>
                    <a:pt x="182120" y="570566"/>
                  </a:moveTo>
                  <a:lnTo>
                    <a:pt x="2487522" y="570566"/>
                  </a:lnTo>
                  <a:lnTo>
                    <a:pt x="2480188" y="570418"/>
                  </a:lnTo>
                  <a:lnTo>
                    <a:pt x="2509474" y="569238"/>
                  </a:lnTo>
                  <a:lnTo>
                    <a:pt x="2538191" y="563375"/>
                  </a:lnTo>
                  <a:lnTo>
                    <a:pt x="2565595" y="552982"/>
                  </a:lnTo>
                  <a:lnTo>
                    <a:pt x="2590978" y="538327"/>
                  </a:lnTo>
                  <a:lnTo>
                    <a:pt x="2613681" y="519791"/>
                  </a:lnTo>
                  <a:lnTo>
                    <a:pt x="2633116" y="497853"/>
                  </a:lnTo>
                  <a:lnTo>
                    <a:pt x="2648781" y="473081"/>
                  </a:lnTo>
                  <a:lnTo>
                    <a:pt x="2660269" y="446117"/>
                  </a:lnTo>
                  <a:lnTo>
                    <a:pt x="2667284" y="417659"/>
                  </a:lnTo>
                  <a:lnTo>
                    <a:pt x="2669642" y="388445"/>
                  </a:lnTo>
                  <a:lnTo>
                    <a:pt x="2669642" y="182120"/>
                  </a:lnTo>
                  <a:lnTo>
                    <a:pt x="2667284" y="152906"/>
                  </a:lnTo>
                  <a:lnTo>
                    <a:pt x="2660269" y="124448"/>
                  </a:lnTo>
                  <a:lnTo>
                    <a:pt x="2648781" y="97484"/>
                  </a:lnTo>
                  <a:lnTo>
                    <a:pt x="2633116" y="72712"/>
                  </a:lnTo>
                  <a:lnTo>
                    <a:pt x="2613681" y="50774"/>
                  </a:lnTo>
                  <a:lnTo>
                    <a:pt x="2590978" y="32238"/>
                  </a:lnTo>
                  <a:lnTo>
                    <a:pt x="2565595" y="17583"/>
                  </a:lnTo>
                  <a:lnTo>
                    <a:pt x="2538191" y="7190"/>
                  </a:lnTo>
                  <a:lnTo>
                    <a:pt x="2509474" y="1327"/>
                  </a:lnTo>
                  <a:lnTo>
                    <a:pt x="2487522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44"/>
            <p:cNvSpPr/>
            <p:nvPr/>
          </p:nvSpPr>
          <p:spPr>
            <a:xfrm>
              <a:off x="733865" y="1599722"/>
              <a:ext cx="240947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46" name="pg45"/>
            <p:cNvSpPr/>
            <p:nvPr/>
          </p:nvSpPr>
          <p:spPr>
            <a:xfrm>
              <a:off x="3375379" y="1159242"/>
              <a:ext cx="2669642" cy="570566"/>
            </a:xfrm>
            <a:custGeom>
              <a:avLst/>
              <a:pathLst>
                <a:path w="2669642" h="570566">
                  <a:moveTo>
                    <a:pt x="182120" y="570566"/>
                  </a:moveTo>
                  <a:lnTo>
                    <a:pt x="2487522" y="570566"/>
                  </a:lnTo>
                  <a:lnTo>
                    <a:pt x="2480188" y="570418"/>
                  </a:lnTo>
                  <a:lnTo>
                    <a:pt x="2509474" y="569238"/>
                  </a:lnTo>
                  <a:lnTo>
                    <a:pt x="2538191" y="563375"/>
                  </a:lnTo>
                  <a:lnTo>
                    <a:pt x="2565595" y="552982"/>
                  </a:lnTo>
                  <a:lnTo>
                    <a:pt x="2590978" y="538327"/>
                  </a:lnTo>
                  <a:lnTo>
                    <a:pt x="2613681" y="519791"/>
                  </a:lnTo>
                  <a:lnTo>
                    <a:pt x="2633116" y="497853"/>
                  </a:lnTo>
                  <a:lnTo>
                    <a:pt x="2648781" y="473081"/>
                  </a:lnTo>
                  <a:lnTo>
                    <a:pt x="2660269" y="446117"/>
                  </a:lnTo>
                  <a:lnTo>
                    <a:pt x="2667284" y="417659"/>
                  </a:lnTo>
                  <a:lnTo>
                    <a:pt x="2669642" y="388445"/>
                  </a:lnTo>
                  <a:lnTo>
                    <a:pt x="2669642" y="182120"/>
                  </a:lnTo>
                  <a:lnTo>
                    <a:pt x="2667284" y="152906"/>
                  </a:lnTo>
                  <a:lnTo>
                    <a:pt x="2660269" y="124448"/>
                  </a:lnTo>
                  <a:lnTo>
                    <a:pt x="2648781" y="97484"/>
                  </a:lnTo>
                  <a:lnTo>
                    <a:pt x="2633116" y="72712"/>
                  </a:lnTo>
                  <a:lnTo>
                    <a:pt x="2613681" y="50774"/>
                  </a:lnTo>
                  <a:lnTo>
                    <a:pt x="2590978" y="32238"/>
                  </a:lnTo>
                  <a:lnTo>
                    <a:pt x="2565595" y="17583"/>
                  </a:lnTo>
                  <a:lnTo>
                    <a:pt x="2538191" y="7190"/>
                  </a:lnTo>
                  <a:lnTo>
                    <a:pt x="2509474" y="1327"/>
                  </a:lnTo>
                  <a:lnTo>
                    <a:pt x="2487522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>
              <a:off x="3505465" y="1599722"/>
              <a:ext cx="240947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48" name="pg47"/>
            <p:cNvSpPr/>
            <p:nvPr/>
          </p:nvSpPr>
          <p:spPr>
            <a:xfrm>
              <a:off x="6146978" y="1159242"/>
              <a:ext cx="2669642" cy="570566"/>
            </a:xfrm>
            <a:custGeom>
              <a:avLst/>
              <a:pathLst>
                <a:path w="2669642" h="570566">
                  <a:moveTo>
                    <a:pt x="182120" y="570566"/>
                  </a:moveTo>
                  <a:lnTo>
                    <a:pt x="2487522" y="570566"/>
                  </a:lnTo>
                  <a:lnTo>
                    <a:pt x="2480188" y="570418"/>
                  </a:lnTo>
                  <a:lnTo>
                    <a:pt x="2509474" y="569238"/>
                  </a:lnTo>
                  <a:lnTo>
                    <a:pt x="2538191" y="563375"/>
                  </a:lnTo>
                  <a:lnTo>
                    <a:pt x="2565595" y="552982"/>
                  </a:lnTo>
                  <a:lnTo>
                    <a:pt x="2590978" y="538327"/>
                  </a:lnTo>
                  <a:lnTo>
                    <a:pt x="2613681" y="519791"/>
                  </a:lnTo>
                  <a:lnTo>
                    <a:pt x="2633116" y="497853"/>
                  </a:lnTo>
                  <a:lnTo>
                    <a:pt x="2648781" y="473081"/>
                  </a:lnTo>
                  <a:lnTo>
                    <a:pt x="2660269" y="446117"/>
                  </a:lnTo>
                  <a:lnTo>
                    <a:pt x="2667284" y="417659"/>
                  </a:lnTo>
                  <a:lnTo>
                    <a:pt x="2669642" y="388445"/>
                  </a:lnTo>
                  <a:lnTo>
                    <a:pt x="2669642" y="182120"/>
                  </a:lnTo>
                  <a:lnTo>
                    <a:pt x="2667284" y="152906"/>
                  </a:lnTo>
                  <a:lnTo>
                    <a:pt x="2660269" y="124448"/>
                  </a:lnTo>
                  <a:lnTo>
                    <a:pt x="2648781" y="97484"/>
                  </a:lnTo>
                  <a:lnTo>
                    <a:pt x="2633116" y="72712"/>
                  </a:lnTo>
                  <a:lnTo>
                    <a:pt x="2613681" y="50774"/>
                  </a:lnTo>
                  <a:lnTo>
                    <a:pt x="2590978" y="32238"/>
                  </a:lnTo>
                  <a:lnTo>
                    <a:pt x="2565595" y="17583"/>
                  </a:lnTo>
                  <a:lnTo>
                    <a:pt x="2538191" y="7190"/>
                  </a:lnTo>
                  <a:lnTo>
                    <a:pt x="2509474" y="1327"/>
                  </a:lnTo>
                  <a:lnTo>
                    <a:pt x="2487522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tx48"/>
            <p:cNvSpPr/>
            <p:nvPr/>
          </p:nvSpPr>
          <p:spPr>
            <a:xfrm>
              <a:off x="6277064" y="1599722"/>
              <a:ext cx="240947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50" name="pg49"/>
            <p:cNvSpPr/>
            <p:nvPr/>
          </p:nvSpPr>
          <p:spPr>
            <a:xfrm>
              <a:off x="8918577" y="1159242"/>
              <a:ext cx="2669642" cy="570566"/>
            </a:xfrm>
            <a:custGeom>
              <a:avLst/>
              <a:pathLst>
                <a:path w="2669642" h="570566">
                  <a:moveTo>
                    <a:pt x="182120" y="570566"/>
                  </a:moveTo>
                  <a:lnTo>
                    <a:pt x="2487522" y="570566"/>
                  </a:lnTo>
                  <a:lnTo>
                    <a:pt x="2480188" y="570418"/>
                  </a:lnTo>
                  <a:lnTo>
                    <a:pt x="2509474" y="569238"/>
                  </a:lnTo>
                  <a:lnTo>
                    <a:pt x="2538191" y="563375"/>
                  </a:lnTo>
                  <a:lnTo>
                    <a:pt x="2565595" y="552982"/>
                  </a:lnTo>
                  <a:lnTo>
                    <a:pt x="2590978" y="538327"/>
                  </a:lnTo>
                  <a:lnTo>
                    <a:pt x="2613681" y="519791"/>
                  </a:lnTo>
                  <a:lnTo>
                    <a:pt x="2633116" y="497853"/>
                  </a:lnTo>
                  <a:lnTo>
                    <a:pt x="2648781" y="473081"/>
                  </a:lnTo>
                  <a:lnTo>
                    <a:pt x="2660269" y="446117"/>
                  </a:lnTo>
                  <a:lnTo>
                    <a:pt x="2667284" y="417659"/>
                  </a:lnTo>
                  <a:lnTo>
                    <a:pt x="2669642" y="388445"/>
                  </a:lnTo>
                  <a:lnTo>
                    <a:pt x="2669642" y="182120"/>
                  </a:lnTo>
                  <a:lnTo>
                    <a:pt x="2667284" y="152906"/>
                  </a:lnTo>
                  <a:lnTo>
                    <a:pt x="2660269" y="124448"/>
                  </a:lnTo>
                  <a:lnTo>
                    <a:pt x="2648781" y="97484"/>
                  </a:lnTo>
                  <a:lnTo>
                    <a:pt x="2633116" y="72712"/>
                  </a:lnTo>
                  <a:lnTo>
                    <a:pt x="2613681" y="50774"/>
                  </a:lnTo>
                  <a:lnTo>
                    <a:pt x="2590978" y="32238"/>
                  </a:lnTo>
                  <a:lnTo>
                    <a:pt x="2565595" y="17583"/>
                  </a:lnTo>
                  <a:lnTo>
                    <a:pt x="2538191" y="7190"/>
                  </a:lnTo>
                  <a:lnTo>
                    <a:pt x="2509474" y="1327"/>
                  </a:lnTo>
                  <a:lnTo>
                    <a:pt x="2487522" y="0"/>
                  </a:lnTo>
                  <a:lnTo>
                    <a:pt x="182120" y="0"/>
                  </a:lnTo>
                  <a:lnTo>
                    <a:pt x="204072" y="1327"/>
                  </a:lnTo>
                  <a:lnTo>
                    <a:pt x="174787" y="147"/>
                  </a:lnTo>
                  <a:lnTo>
                    <a:pt x="145691" y="3680"/>
                  </a:lnTo>
                  <a:lnTo>
                    <a:pt x="117539" y="11834"/>
                  </a:lnTo>
                  <a:lnTo>
                    <a:pt x="91060" y="24399"/>
                  </a:lnTo>
                  <a:lnTo>
                    <a:pt x="66939" y="41049"/>
                  </a:lnTo>
                  <a:lnTo>
                    <a:pt x="45801" y="61352"/>
                  </a:lnTo>
                  <a:lnTo>
                    <a:pt x="28194" y="84783"/>
                  </a:lnTo>
                  <a:lnTo>
                    <a:pt x="14573" y="110735"/>
                  </a:lnTo>
                  <a:lnTo>
                    <a:pt x="5292" y="138536"/>
                  </a:lnTo>
                  <a:lnTo>
                    <a:pt x="590" y="167465"/>
                  </a:lnTo>
                  <a:lnTo>
                    <a:pt x="0" y="182120"/>
                  </a:lnTo>
                  <a:lnTo>
                    <a:pt x="0" y="388445"/>
                  </a:lnTo>
                  <a:lnTo>
                    <a:pt x="590" y="373791"/>
                  </a:lnTo>
                  <a:lnTo>
                    <a:pt x="590" y="403100"/>
                  </a:lnTo>
                  <a:lnTo>
                    <a:pt x="5292" y="432029"/>
                  </a:lnTo>
                  <a:lnTo>
                    <a:pt x="14573" y="459830"/>
                  </a:lnTo>
                  <a:lnTo>
                    <a:pt x="28194" y="485782"/>
                  </a:lnTo>
                  <a:lnTo>
                    <a:pt x="45801" y="509213"/>
                  </a:lnTo>
                  <a:lnTo>
                    <a:pt x="66939" y="529516"/>
                  </a:lnTo>
                  <a:lnTo>
                    <a:pt x="91060" y="546166"/>
                  </a:lnTo>
                  <a:lnTo>
                    <a:pt x="117539" y="558731"/>
                  </a:lnTo>
                  <a:lnTo>
                    <a:pt x="145691" y="566885"/>
                  </a:lnTo>
                  <a:lnTo>
                    <a:pt x="174787" y="570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9048663" y="1599722"/>
              <a:ext cx="240947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14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              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899251" y="2100410"/>
              <a:ext cx="691902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899251" y="2455822"/>
              <a:ext cx="665639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Media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899251" y="2975919"/>
              <a:ext cx="1304671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899251" y="3377779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899251" y="3900743"/>
              <a:ext cx="717706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899251" y="4299736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899251" y="4822700"/>
              <a:ext cx="1056834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899251" y="5221694"/>
              <a:ext cx="101784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TV Alone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899251" y="5788352"/>
              <a:ext cx="809226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899251" y="6143651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670850" y="2100410"/>
              <a:ext cx="691902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670850" y="2455822"/>
              <a:ext cx="665639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Media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3670850" y="2978786"/>
              <a:ext cx="93939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Hanging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3670850" y="3374798"/>
              <a:ext cx="1122090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Out Alone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3670850" y="3900743"/>
              <a:ext cx="1056834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3670850" y="4299736"/>
              <a:ext cx="101784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TV Alone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670850" y="4819833"/>
              <a:ext cx="1304671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3670850" y="5221694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3670850" y="5788352"/>
              <a:ext cx="809226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3670850" y="6143651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6442449" y="2100410"/>
              <a:ext cx="691902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6442449" y="2455822"/>
              <a:ext cx="665639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Media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6442449" y="3022481"/>
              <a:ext cx="809226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6442449" y="3377779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6442449" y="3900743"/>
              <a:ext cx="717706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Eating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6442449" y="4299736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442449" y="4819833"/>
              <a:ext cx="1304671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6442449" y="5221694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6442449" y="5744657"/>
              <a:ext cx="93939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Hanging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6442449" y="6140669"/>
              <a:ext cx="1122090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Out Alone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9214049" y="2100410"/>
              <a:ext cx="691902" cy="173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Social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9214049" y="2455822"/>
              <a:ext cx="665639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Media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9214049" y="2978786"/>
              <a:ext cx="1056834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Watching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9214049" y="3377779"/>
              <a:ext cx="101784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TV Alone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9214049" y="3900743"/>
              <a:ext cx="939395" cy="217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Hanging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9214049" y="4296755"/>
              <a:ext cx="1122090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Out Alone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9214049" y="4819833"/>
              <a:ext cx="1304671" cy="220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Commuting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9214049" y="5221694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9214049" y="5788352"/>
              <a:ext cx="809226" cy="173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Chores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9214049" y="6143651"/>
              <a:ext cx="652450" cy="1708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Alone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2416561" y="2279550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2416561" y="3200933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2547189" y="4125643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2547189" y="5047600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2547189" y="5969557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5188160" y="2279550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5318788" y="3203686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5318788" y="4125643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5318788" y="5047600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5318788" y="5969557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7959759" y="2279550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7959759" y="3200933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7959759" y="4122890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7959759" y="5044847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7959759" y="5966804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10731359" y="2279550"/>
              <a:ext cx="561389" cy="17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hrs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10731359" y="3200933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10731359" y="4122890"/>
              <a:ext cx="561389" cy="17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 hrs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10861986" y="5047600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10861986" y="5969557"/>
              <a:ext cx="430761" cy="168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9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 hr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1633429" y="1337672"/>
              <a:ext cx="610342" cy="21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4445328" y="1341060"/>
              <a:ext cx="529744" cy="2069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IWF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6614559" y="1333861"/>
              <a:ext cx="1734480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 Women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9618989" y="1333861"/>
              <a:ext cx="1268818" cy="214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HBS Men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DISCRETIONARY TIME –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506724" y="1167451"/>
              <a:ext cx="8673071" cy="4454150"/>
            </a:xfrm>
            <a:prstGeom prst="rect">
              <a:avLst/>
            </a:prstGeom>
            <a:solidFill>
              <a:srgbClr val="005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506724" y="1167451"/>
              <a:ext cx="0" cy="4454150"/>
            </a:xfrm>
            <a:custGeom>
              <a:avLst/>
              <a:pathLst>
                <a:path w="0" h="4454150">
                  <a:moveTo>
                    <a:pt x="0" y="44541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5240948" y="1167451"/>
              <a:ext cx="0" cy="4454150"/>
            </a:xfrm>
            <a:custGeom>
              <a:avLst/>
              <a:pathLst>
                <a:path w="0" h="4454150">
                  <a:moveTo>
                    <a:pt x="0" y="44541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7975172" y="1167451"/>
              <a:ext cx="0" cy="4454150"/>
            </a:xfrm>
            <a:custGeom>
              <a:avLst/>
              <a:pathLst>
                <a:path w="0" h="4454150">
                  <a:moveTo>
                    <a:pt x="0" y="44541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709395" y="1167451"/>
              <a:ext cx="0" cy="4454150"/>
            </a:xfrm>
            <a:custGeom>
              <a:avLst/>
              <a:pathLst>
                <a:path w="0" h="4454150">
                  <a:moveTo>
                    <a:pt x="0" y="44541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506724" y="4616701"/>
              <a:ext cx="1773990" cy="271594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506724" y="5159891"/>
              <a:ext cx="667874" cy="271594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506724" y="1900756"/>
              <a:ext cx="6924139" cy="271594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506724" y="1357567"/>
              <a:ext cx="8673071" cy="271594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506724" y="3530323"/>
              <a:ext cx="3314646" cy="271594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506724" y="2987134"/>
              <a:ext cx="3479259" cy="271594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2506724" y="4073512"/>
              <a:ext cx="2293574" cy="271594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2506724" y="2443945"/>
              <a:ext cx="3805942" cy="271594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1625150" y="5180197"/>
              <a:ext cx="790475" cy="188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Therapy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173803" y="4637008"/>
              <a:ext cx="1241821" cy="188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Volunteering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602925" y="4093819"/>
              <a:ext cx="812700" cy="188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Napping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128163" y="3548149"/>
              <a:ext cx="1287462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Side Projects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037973" y="3007441"/>
              <a:ext cx="1377652" cy="188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Job searching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614037" y="2504634"/>
              <a:ext cx="801588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Hobbies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737862" y="1958865"/>
              <a:ext cx="677763" cy="1504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Games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91427" y="1375393"/>
              <a:ext cx="1524198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School/learning</a:t>
              </a:r>
            </a:p>
          </p:txBody>
        </p:sp>
        <p:sp>
          <p:nvSpPr>
            <p:cNvPr id="26" name="pl25"/>
            <p:cNvSpPr/>
            <p:nvPr/>
          </p:nvSpPr>
          <p:spPr>
            <a:xfrm>
              <a:off x="2506724" y="5621601"/>
              <a:ext cx="8673071" cy="0"/>
            </a:xfrm>
            <a:custGeom>
              <a:avLst/>
              <a:pathLst>
                <a:path w="8673071" h="0">
                  <a:moveTo>
                    <a:pt x="0" y="0"/>
                  </a:moveTo>
                  <a:lnTo>
                    <a:pt x="8673071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2457282" y="5710008"/>
              <a:ext cx="98883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191506" y="5712700"/>
              <a:ext cx="98883" cy="127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7925730" y="5710008"/>
              <a:ext cx="98883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0610512" y="5712179"/>
              <a:ext cx="197767" cy="1277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558749" y="6076987"/>
              <a:ext cx="2569021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Avg. Hours Per Week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54462" y="3265126"/>
              <a:ext cx="1009277" cy="258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Activity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DISCRETIONARY TIME –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506724" y="1167451"/>
              <a:ext cx="4160564" cy="4518166"/>
            </a:xfrm>
            <a:prstGeom prst="rect">
              <a:avLst/>
            </a:prstGeom>
            <a:solidFill>
              <a:srgbClr val="005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506724" y="1167451"/>
              <a:ext cx="0" cy="4518166"/>
            </a:xfrm>
            <a:custGeom>
              <a:avLst/>
              <a:pathLst>
                <a:path w="0" h="4518166">
                  <a:moveTo>
                    <a:pt x="0" y="45181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828778" y="1167451"/>
              <a:ext cx="0" cy="4518166"/>
            </a:xfrm>
            <a:custGeom>
              <a:avLst/>
              <a:pathLst>
                <a:path w="0" h="4518166">
                  <a:moveTo>
                    <a:pt x="0" y="45181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5150832" y="1167451"/>
              <a:ext cx="0" cy="4518166"/>
            </a:xfrm>
            <a:custGeom>
              <a:avLst/>
              <a:pathLst>
                <a:path w="0" h="4518166">
                  <a:moveTo>
                    <a:pt x="0" y="45181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472886" y="1167451"/>
              <a:ext cx="0" cy="4518166"/>
            </a:xfrm>
            <a:custGeom>
              <a:avLst/>
              <a:pathLst>
                <a:path w="0" h="4518166">
                  <a:moveTo>
                    <a:pt x="0" y="45181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506724" y="3013287"/>
              <a:ext cx="819896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506724" y="5217270"/>
              <a:ext cx="327499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506724" y="3564283"/>
              <a:ext cx="3300728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506724" y="1360299"/>
              <a:ext cx="4160564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506724" y="4666274"/>
              <a:ext cx="1595751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506724" y="4115279"/>
              <a:ext cx="1651462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2506724" y="1911295"/>
              <a:ext cx="1162843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2506724" y="2462291"/>
              <a:ext cx="1834950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7398808" y="1167451"/>
              <a:ext cx="4160564" cy="4518166"/>
            </a:xfrm>
            <a:prstGeom prst="rect">
              <a:avLst/>
            </a:prstGeom>
            <a:solidFill>
              <a:srgbClr val="005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7398808" y="1167451"/>
              <a:ext cx="0" cy="4518166"/>
            </a:xfrm>
            <a:custGeom>
              <a:avLst/>
              <a:pathLst>
                <a:path w="0" h="4518166">
                  <a:moveTo>
                    <a:pt x="0" y="45181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9245552" y="1167451"/>
              <a:ext cx="0" cy="4518166"/>
            </a:xfrm>
            <a:custGeom>
              <a:avLst/>
              <a:pathLst>
                <a:path w="0" h="4518166">
                  <a:moveTo>
                    <a:pt x="0" y="45181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092297" y="1167451"/>
              <a:ext cx="0" cy="4518166"/>
            </a:xfrm>
            <a:custGeom>
              <a:avLst/>
              <a:pathLst>
                <a:path w="0" h="4518166">
                  <a:moveTo>
                    <a:pt x="0" y="45181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7398808" y="3013287"/>
              <a:ext cx="2315490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7398808" y="5217270"/>
              <a:ext cx="2274827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7398808" y="3564283"/>
              <a:ext cx="2303980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7398808" y="1360299"/>
              <a:ext cx="4160564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7398808" y="4666274"/>
              <a:ext cx="2225578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7398808" y="4115279"/>
              <a:ext cx="2302274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7398808" y="1911295"/>
              <a:ext cx="2346533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7398808" y="2462291"/>
              <a:ext cx="2337515" cy="275497"/>
            </a:xfrm>
            <a:prstGeom prst="rect">
              <a:avLst/>
            </a:prstGeom>
            <a:solidFill>
              <a:srgbClr val="84D8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3430946" y="6048938"/>
              <a:ext cx="2312119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Avg. Hours Per Week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291218" y="6046148"/>
              <a:ext cx="2375743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Avg. Subjective Value</a:t>
              </a:r>
            </a:p>
          </p:txBody>
        </p:sp>
        <p:sp>
          <p:nvSpPr>
            <p:cNvPr id="32" name="pl31"/>
            <p:cNvSpPr/>
            <p:nvPr/>
          </p:nvSpPr>
          <p:spPr>
            <a:xfrm>
              <a:off x="2506724" y="5685617"/>
              <a:ext cx="4160564" cy="0"/>
            </a:xfrm>
            <a:custGeom>
              <a:avLst/>
              <a:pathLst>
                <a:path w="4160564" h="0">
                  <a:moveTo>
                    <a:pt x="0" y="0"/>
                  </a:moveTo>
                  <a:lnTo>
                    <a:pt x="4160564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2457282" y="5774024"/>
              <a:ext cx="98883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3779336" y="5776715"/>
              <a:ext cx="98883" cy="127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101390" y="5774024"/>
              <a:ext cx="98883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374002" y="5776194"/>
              <a:ext cx="197767" cy="1277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37" name="pl36"/>
            <p:cNvSpPr/>
            <p:nvPr/>
          </p:nvSpPr>
          <p:spPr>
            <a:xfrm>
              <a:off x="7398808" y="5685617"/>
              <a:ext cx="4160564" cy="0"/>
            </a:xfrm>
            <a:custGeom>
              <a:avLst/>
              <a:pathLst>
                <a:path w="4160564" h="0">
                  <a:moveTo>
                    <a:pt x="0" y="0"/>
                  </a:moveTo>
                  <a:lnTo>
                    <a:pt x="4160564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>
              <a:off x="7349366" y="5774024"/>
              <a:ext cx="98883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9196110" y="5776194"/>
              <a:ext cx="98883" cy="1277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11042855" y="5776194"/>
              <a:ext cx="98883" cy="1277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1625150" y="5239529"/>
              <a:ext cx="790475" cy="188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Therapy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1128163" y="4686052"/>
              <a:ext cx="1287462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Side Projects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037973" y="4137537"/>
              <a:ext cx="1377652" cy="188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Job searching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1737862" y="3624343"/>
              <a:ext cx="677763" cy="1504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Games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1173803" y="3035545"/>
              <a:ext cx="1241821" cy="188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Volunteering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614037" y="2524931"/>
              <a:ext cx="801588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Hobbies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1602925" y="1933553"/>
              <a:ext cx="812700" cy="188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Napping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891427" y="1380077"/>
              <a:ext cx="1524198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School/learning</a:t>
              </a:r>
            </a:p>
          </p:txBody>
        </p:sp>
        <p:sp>
          <p:nvSpPr>
            <p:cNvPr id="49" name="tx48"/>
            <p:cNvSpPr/>
            <p:nvPr/>
          </p:nvSpPr>
          <p:spPr>
            <a:xfrm rot="-5400000">
              <a:off x="-54462" y="3297134"/>
              <a:ext cx="1009277" cy="258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Activity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JAM TYPE DISTRIBUTION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9589" y="6074529"/>
              <a:ext cx="12052821" cy="3481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69589" y="1288850"/>
              <a:ext cx="12052821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3920239" y="1723008"/>
              <a:ext cx="4351521" cy="43515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6096000" y="2158160"/>
              <a:ext cx="1381339" cy="1211075"/>
            </a:xfrm>
            <a:custGeom>
              <a:avLst/>
              <a:pathLst>
                <a:path w="1381339" h="1211075">
                  <a:moveTo>
                    <a:pt x="690669" y="1211075"/>
                  </a:moveTo>
                  <a:lnTo>
                    <a:pt x="740003" y="1173251"/>
                  </a:lnTo>
                  <a:lnTo>
                    <a:pt x="789336" y="1135428"/>
                  </a:lnTo>
                  <a:lnTo>
                    <a:pt x="838670" y="1097604"/>
                  </a:lnTo>
                  <a:lnTo>
                    <a:pt x="888003" y="1059780"/>
                  </a:lnTo>
                  <a:lnTo>
                    <a:pt x="937337" y="1021956"/>
                  </a:lnTo>
                  <a:lnTo>
                    <a:pt x="986670" y="984132"/>
                  </a:lnTo>
                  <a:lnTo>
                    <a:pt x="1036004" y="946309"/>
                  </a:lnTo>
                  <a:lnTo>
                    <a:pt x="1085337" y="908485"/>
                  </a:lnTo>
                  <a:lnTo>
                    <a:pt x="1134671" y="870661"/>
                  </a:lnTo>
                  <a:lnTo>
                    <a:pt x="1184004" y="832837"/>
                  </a:lnTo>
                  <a:lnTo>
                    <a:pt x="1233338" y="795014"/>
                  </a:lnTo>
                  <a:lnTo>
                    <a:pt x="1282671" y="757190"/>
                  </a:lnTo>
                  <a:lnTo>
                    <a:pt x="1332005" y="719366"/>
                  </a:lnTo>
                  <a:lnTo>
                    <a:pt x="1381339" y="681542"/>
                  </a:lnTo>
                  <a:lnTo>
                    <a:pt x="1344592" y="635263"/>
                  </a:lnTo>
                  <a:lnTo>
                    <a:pt x="1306296" y="590257"/>
                  </a:lnTo>
                  <a:lnTo>
                    <a:pt x="1266495" y="546578"/>
                  </a:lnTo>
                  <a:lnTo>
                    <a:pt x="1225233" y="504275"/>
                  </a:lnTo>
                  <a:lnTo>
                    <a:pt x="1182559" y="463396"/>
                  </a:lnTo>
                  <a:lnTo>
                    <a:pt x="1138523" y="423990"/>
                  </a:lnTo>
                  <a:lnTo>
                    <a:pt x="1093174" y="386102"/>
                  </a:lnTo>
                  <a:lnTo>
                    <a:pt x="1046565" y="349774"/>
                  </a:lnTo>
                  <a:lnTo>
                    <a:pt x="998750" y="315050"/>
                  </a:lnTo>
                  <a:lnTo>
                    <a:pt x="949783" y="281969"/>
                  </a:lnTo>
                  <a:lnTo>
                    <a:pt x="899722" y="250569"/>
                  </a:lnTo>
                  <a:lnTo>
                    <a:pt x="848624" y="220886"/>
                  </a:lnTo>
                  <a:lnTo>
                    <a:pt x="796548" y="192955"/>
                  </a:lnTo>
                  <a:lnTo>
                    <a:pt x="743553" y="166808"/>
                  </a:lnTo>
                  <a:lnTo>
                    <a:pt x="689702" y="142475"/>
                  </a:lnTo>
                  <a:lnTo>
                    <a:pt x="635056" y="119984"/>
                  </a:lnTo>
                  <a:lnTo>
                    <a:pt x="579677" y="99361"/>
                  </a:lnTo>
                  <a:lnTo>
                    <a:pt x="523631" y="80630"/>
                  </a:lnTo>
                  <a:lnTo>
                    <a:pt x="466981" y="63811"/>
                  </a:lnTo>
                  <a:lnTo>
                    <a:pt x="409792" y="48926"/>
                  </a:lnTo>
                  <a:lnTo>
                    <a:pt x="352132" y="35991"/>
                  </a:lnTo>
                  <a:lnTo>
                    <a:pt x="294065" y="25020"/>
                  </a:lnTo>
                  <a:lnTo>
                    <a:pt x="235660" y="16026"/>
                  </a:lnTo>
                  <a:lnTo>
                    <a:pt x="176983" y="9021"/>
                  </a:lnTo>
                  <a:lnTo>
                    <a:pt x="118102" y="4011"/>
                  </a:lnTo>
                  <a:lnTo>
                    <a:pt x="59085" y="1003"/>
                  </a:lnTo>
                  <a:lnTo>
                    <a:pt x="0" y="0"/>
                  </a:lnTo>
                  <a:lnTo>
                    <a:pt x="0" y="62164"/>
                  </a:lnTo>
                  <a:lnTo>
                    <a:pt x="0" y="124329"/>
                  </a:lnTo>
                  <a:lnTo>
                    <a:pt x="0" y="186493"/>
                  </a:lnTo>
                  <a:lnTo>
                    <a:pt x="0" y="248658"/>
                  </a:lnTo>
                  <a:lnTo>
                    <a:pt x="0" y="310822"/>
                  </a:lnTo>
                  <a:lnTo>
                    <a:pt x="0" y="372987"/>
                  </a:lnTo>
                  <a:lnTo>
                    <a:pt x="0" y="435152"/>
                  </a:lnTo>
                  <a:lnTo>
                    <a:pt x="0" y="497316"/>
                  </a:lnTo>
                  <a:lnTo>
                    <a:pt x="0" y="559481"/>
                  </a:lnTo>
                  <a:lnTo>
                    <a:pt x="0" y="621645"/>
                  </a:lnTo>
                  <a:lnTo>
                    <a:pt x="0" y="683810"/>
                  </a:lnTo>
                  <a:lnTo>
                    <a:pt x="0" y="745975"/>
                  </a:lnTo>
                  <a:lnTo>
                    <a:pt x="0" y="808139"/>
                  </a:lnTo>
                  <a:lnTo>
                    <a:pt x="0" y="870304"/>
                  </a:lnTo>
                  <a:lnTo>
                    <a:pt x="61318" y="872467"/>
                  </a:lnTo>
                  <a:lnTo>
                    <a:pt x="122332" y="878944"/>
                  </a:lnTo>
                  <a:lnTo>
                    <a:pt x="182738" y="889705"/>
                  </a:lnTo>
                  <a:lnTo>
                    <a:pt x="242236" y="904695"/>
                  </a:lnTo>
                  <a:lnTo>
                    <a:pt x="300529" y="923839"/>
                  </a:lnTo>
                  <a:lnTo>
                    <a:pt x="357329" y="947043"/>
                  </a:lnTo>
                  <a:lnTo>
                    <a:pt x="412353" y="974192"/>
                  </a:lnTo>
                  <a:lnTo>
                    <a:pt x="465327" y="1005149"/>
                  </a:lnTo>
                  <a:lnTo>
                    <a:pt x="515989" y="1039763"/>
                  </a:lnTo>
                  <a:lnTo>
                    <a:pt x="564086" y="1077859"/>
                  </a:lnTo>
                  <a:lnTo>
                    <a:pt x="609379" y="1119250"/>
                  </a:lnTo>
                  <a:lnTo>
                    <a:pt x="651643" y="1163729"/>
                  </a:lnTo>
                  <a:close/>
                </a:path>
              </a:pathLst>
            </a:cu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6786669" y="2839702"/>
              <a:ext cx="1049911" cy="1249822"/>
            </a:xfrm>
            <a:custGeom>
              <a:avLst/>
              <a:pathLst>
                <a:path w="1049911" h="1249822">
                  <a:moveTo>
                    <a:pt x="174392" y="1154444"/>
                  </a:moveTo>
                  <a:lnTo>
                    <a:pt x="236182" y="1161256"/>
                  </a:lnTo>
                  <a:lnTo>
                    <a:pt x="297972" y="1168069"/>
                  </a:lnTo>
                  <a:lnTo>
                    <a:pt x="359763" y="1174882"/>
                  </a:lnTo>
                  <a:lnTo>
                    <a:pt x="421553" y="1181695"/>
                  </a:lnTo>
                  <a:lnTo>
                    <a:pt x="483343" y="1188507"/>
                  </a:lnTo>
                  <a:lnTo>
                    <a:pt x="545133" y="1195320"/>
                  </a:lnTo>
                  <a:lnTo>
                    <a:pt x="606923" y="1202133"/>
                  </a:lnTo>
                  <a:lnTo>
                    <a:pt x="668713" y="1208946"/>
                  </a:lnTo>
                  <a:lnTo>
                    <a:pt x="730503" y="1215758"/>
                  </a:lnTo>
                  <a:lnTo>
                    <a:pt x="792294" y="1222571"/>
                  </a:lnTo>
                  <a:lnTo>
                    <a:pt x="854084" y="1229384"/>
                  </a:lnTo>
                  <a:lnTo>
                    <a:pt x="915874" y="1236196"/>
                  </a:lnTo>
                  <a:lnTo>
                    <a:pt x="977664" y="1243009"/>
                  </a:lnTo>
                  <a:lnTo>
                    <a:pt x="1039454" y="1249822"/>
                  </a:lnTo>
                  <a:lnTo>
                    <a:pt x="1045034" y="1189643"/>
                  </a:lnTo>
                  <a:lnTo>
                    <a:pt x="1048521" y="1129307"/>
                  </a:lnTo>
                  <a:lnTo>
                    <a:pt x="1049911" y="1068887"/>
                  </a:lnTo>
                  <a:lnTo>
                    <a:pt x="1049202" y="1008454"/>
                  </a:lnTo>
                  <a:lnTo>
                    <a:pt x="1046397" y="948083"/>
                  </a:lnTo>
                  <a:lnTo>
                    <a:pt x="1041497" y="887845"/>
                  </a:lnTo>
                  <a:lnTo>
                    <a:pt x="1034508" y="827814"/>
                  </a:lnTo>
                  <a:lnTo>
                    <a:pt x="1025440" y="768061"/>
                  </a:lnTo>
                  <a:lnTo>
                    <a:pt x="1014303" y="708660"/>
                  </a:lnTo>
                  <a:lnTo>
                    <a:pt x="1001111" y="649680"/>
                  </a:lnTo>
                  <a:lnTo>
                    <a:pt x="985878" y="591195"/>
                  </a:lnTo>
                  <a:lnTo>
                    <a:pt x="968625" y="533273"/>
                  </a:lnTo>
                  <a:lnTo>
                    <a:pt x="949371" y="475985"/>
                  </a:lnTo>
                  <a:lnTo>
                    <a:pt x="928140" y="419401"/>
                  </a:lnTo>
                  <a:lnTo>
                    <a:pt x="904958" y="363587"/>
                  </a:lnTo>
                  <a:lnTo>
                    <a:pt x="879851" y="308612"/>
                  </a:lnTo>
                  <a:lnTo>
                    <a:pt x="852852" y="254541"/>
                  </a:lnTo>
                  <a:lnTo>
                    <a:pt x="823991" y="201441"/>
                  </a:lnTo>
                  <a:lnTo>
                    <a:pt x="793304" y="149374"/>
                  </a:lnTo>
                  <a:lnTo>
                    <a:pt x="760829" y="98405"/>
                  </a:lnTo>
                  <a:lnTo>
                    <a:pt x="726603" y="48593"/>
                  </a:lnTo>
                  <a:lnTo>
                    <a:pt x="690669" y="0"/>
                  </a:lnTo>
                  <a:lnTo>
                    <a:pt x="641335" y="37823"/>
                  </a:lnTo>
                  <a:lnTo>
                    <a:pt x="592002" y="75647"/>
                  </a:lnTo>
                  <a:lnTo>
                    <a:pt x="542668" y="113471"/>
                  </a:lnTo>
                  <a:lnTo>
                    <a:pt x="493335" y="151295"/>
                  </a:lnTo>
                  <a:lnTo>
                    <a:pt x="444001" y="189118"/>
                  </a:lnTo>
                  <a:lnTo>
                    <a:pt x="394668" y="226942"/>
                  </a:lnTo>
                  <a:lnTo>
                    <a:pt x="345334" y="264766"/>
                  </a:lnTo>
                  <a:lnTo>
                    <a:pt x="296001" y="302590"/>
                  </a:lnTo>
                  <a:lnTo>
                    <a:pt x="246667" y="340414"/>
                  </a:lnTo>
                  <a:lnTo>
                    <a:pt x="197334" y="378237"/>
                  </a:lnTo>
                  <a:lnTo>
                    <a:pt x="148000" y="416061"/>
                  </a:lnTo>
                  <a:lnTo>
                    <a:pt x="98667" y="453885"/>
                  </a:lnTo>
                  <a:lnTo>
                    <a:pt x="49333" y="491709"/>
                  </a:lnTo>
                  <a:lnTo>
                    <a:pt x="0" y="529532"/>
                  </a:lnTo>
                  <a:lnTo>
                    <a:pt x="35079" y="578735"/>
                  </a:lnTo>
                  <a:lnTo>
                    <a:pt x="66661" y="630253"/>
                  </a:lnTo>
                  <a:lnTo>
                    <a:pt x="94591" y="683839"/>
                  </a:lnTo>
                  <a:lnTo>
                    <a:pt x="118735" y="739233"/>
                  </a:lnTo>
                  <a:lnTo>
                    <a:pt x="138978" y="796169"/>
                  </a:lnTo>
                  <a:lnTo>
                    <a:pt x="155220" y="854373"/>
                  </a:lnTo>
                  <a:lnTo>
                    <a:pt x="167385" y="913563"/>
                  </a:lnTo>
                  <a:lnTo>
                    <a:pt x="175413" y="973455"/>
                  </a:lnTo>
                  <a:lnTo>
                    <a:pt x="179266" y="1033760"/>
                  </a:lnTo>
                  <a:lnTo>
                    <a:pt x="178925" y="1094186"/>
                  </a:lnTo>
                  <a:close/>
                </a:path>
              </a:pathLst>
            </a:cu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6588546" y="3994147"/>
              <a:ext cx="1237578" cy="1339651"/>
            </a:xfrm>
            <a:custGeom>
              <a:avLst/>
              <a:pathLst>
                <a:path w="1237578" h="1339651">
                  <a:moveTo>
                    <a:pt x="0" y="622136"/>
                  </a:moveTo>
                  <a:lnTo>
                    <a:pt x="35181" y="673387"/>
                  </a:lnTo>
                  <a:lnTo>
                    <a:pt x="70363" y="724638"/>
                  </a:lnTo>
                  <a:lnTo>
                    <a:pt x="105545" y="775889"/>
                  </a:lnTo>
                  <a:lnTo>
                    <a:pt x="140727" y="827140"/>
                  </a:lnTo>
                  <a:lnTo>
                    <a:pt x="175909" y="878391"/>
                  </a:lnTo>
                  <a:lnTo>
                    <a:pt x="211091" y="929643"/>
                  </a:lnTo>
                  <a:lnTo>
                    <a:pt x="246273" y="980894"/>
                  </a:lnTo>
                  <a:lnTo>
                    <a:pt x="281454" y="1032145"/>
                  </a:lnTo>
                  <a:lnTo>
                    <a:pt x="316636" y="1083396"/>
                  </a:lnTo>
                  <a:lnTo>
                    <a:pt x="351818" y="1134647"/>
                  </a:lnTo>
                  <a:lnTo>
                    <a:pt x="387000" y="1185898"/>
                  </a:lnTo>
                  <a:lnTo>
                    <a:pt x="422182" y="1237149"/>
                  </a:lnTo>
                  <a:lnTo>
                    <a:pt x="457364" y="1288400"/>
                  </a:lnTo>
                  <a:lnTo>
                    <a:pt x="492546" y="1339651"/>
                  </a:lnTo>
                  <a:lnTo>
                    <a:pt x="541285" y="1304946"/>
                  </a:lnTo>
                  <a:lnTo>
                    <a:pt x="588802" y="1268587"/>
                  </a:lnTo>
                  <a:lnTo>
                    <a:pt x="635042" y="1230616"/>
                  </a:lnTo>
                  <a:lnTo>
                    <a:pt x="679949" y="1191078"/>
                  </a:lnTo>
                  <a:lnTo>
                    <a:pt x="723471" y="1150020"/>
                  </a:lnTo>
                  <a:lnTo>
                    <a:pt x="765556" y="1107491"/>
                  </a:lnTo>
                  <a:lnTo>
                    <a:pt x="806155" y="1063540"/>
                  </a:lnTo>
                  <a:lnTo>
                    <a:pt x="845219" y="1018220"/>
                  </a:lnTo>
                  <a:lnTo>
                    <a:pt x="882702" y="971584"/>
                  </a:lnTo>
                  <a:lnTo>
                    <a:pt x="918560" y="923687"/>
                  </a:lnTo>
                  <a:lnTo>
                    <a:pt x="952751" y="874586"/>
                  </a:lnTo>
                  <a:lnTo>
                    <a:pt x="985234" y="824339"/>
                  </a:lnTo>
                  <a:lnTo>
                    <a:pt x="1015971" y="773005"/>
                  </a:lnTo>
                  <a:lnTo>
                    <a:pt x="1044926" y="720646"/>
                  </a:lnTo>
                  <a:lnTo>
                    <a:pt x="1072064" y="667322"/>
                  </a:lnTo>
                  <a:lnTo>
                    <a:pt x="1097353" y="613097"/>
                  </a:lnTo>
                  <a:lnTo>
                    <a:pt x="1120763" y="558034"/>
                  </a:lnTo>
                  <a:lnTo>
                    <a:pt x="1142268" y="502200"/>
                  </a:lnTo>
                  <a:lnTo>
                    <a:pt x="1161840" y="445659"/>
                  </a:lnTo>
                  <a:lnTo>
                    <a:pt x="1179458" y="388479"/>
                  </a:lnTo>
                  <a:lnTo>
                    <a:pt x="1195100" y="330728"/>
                  </a:lnTo>
                  <a:lnTo>
                    <a:pt x="1208748" y="272473"/>
                  </a:lnTo>
                  <a:lnTo>
                    <a:pt x="1220386" y="213783"/>
                  </a:lnTo>
                  <a:lnTo>
                    <a:pt x="1229999" y="154728"/>
                  </a:lnTo>
                  <a:lnTo>
                    <a:pt x="1237578" y="95378"/>
                  </a:lnTo>
                  <a:lnTo>
                    <a:pt x="1175787" y="88565"/>
                  </a:lnTo>
                  <a:lnTo>
                    <a:pt x="1113997" y="81752"/>
                  </a:lnTo>
                  <a:lnTo>
                    <a:pt x="1052207" y="74940"/>
                  </a:lnTo>
                  <a:lnTo>
                    <a:pt x="990417" y="68127"/>
                  </a:lnTo>
                  <a:lnTo>
                    <a:pt x="928627" y="61314"/>
                  </a:lnTo>
                  <a:lnTo>
                    <a:pt x="866837" y="54501"/>
                  </a:lnTo>
                  <a:lnTo>
                    <a:pt x="805046" y="47689"/>
                  </a:lnTo>
                  <a:lnTo>
                    <a:pt x="743256" y="40876"/>
                  </a:lnTo>
                  <a:lnTo>
                    <a:pt x="681466" y="34063"/>
                  </a:lnTo>
                  <a:lnTo>
                    <a:pt x="619676" y="27250"/>
                  </a:lnTo>
                  <a:lnTo>
                    <a:pt x="557886" y="20438"/>
                  </a:lnTo>
                  <a:lnTo>
                    <a:pt x="496096" y="13625"/>
                  </a:lnTo>
                  <a:lnTo>
                    <a:pt x="434306" y="6812"/>
                  </a:lnTo>
                  <a:lnTo>
                    <a:pt x="372515" y="0"/>
                  </a:lnTo>
                  <a:lnTo>
                    <a:pt x="363473" y="61655"/>
                  </a:lnTo>
                  <a:lnTo>
                    <a:pt x="350042" y="122506"/>
                  </a:lnTo>
                  <a:lnTo>
                    <a:pt x="332291" y="182239"/>
                  </a:lnTo>
                  <a:lnTo>
                    <a:pt x="310312" y="240549"/>
                  </a:lnTo>
                  <a:lnTo>
                    <a:pt x="284216" y="297137"/>
                  </a:lnTo>
                  <a:lnTo>
                    <a:pt x="254138" y="351713"/>
                  </a:lnTo>
                  <a:lnTo>
                    <a:pt x="220232" y="403996"/>
                  </a:lnTo>
                  <a:lnTo>
                    <a:pt x="182672" y="453720"/>
                  </a:lnTo>
                  <a:lnTo>
                    <a:pt x="141650" y="500628"/>
                  </a:lnTo>
                  <a:lnTo>
                    <a:pt x="97377" y="544480"/>
                  </a:lnTo>
                  <a:lnTo>
                    <a:pt x="50079" y="585052"/>
                  </a:lnTo>
                  <a:close/>
                </a:path>
              </a:pathLst>
            </a:cu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5588243" y="4616283"/>
              <a:ext cx="1492848" cy="1022905"/>
            </a:xfrm>
            <a:custGeom>
              <a:avLst/>
              <a:pathLst>
                <a:path w="1492848" h="1022905">
                  <a:moveTo>
                    <a:pt x="253878" y="114936"/>
                  </a:moveTo>
                  <a:lnTo>
                    <a:pt x="235744" y="174397"/>
                  </a:lnTo>
                  <a:lnTo>
                    <a:pt x="217609" y="233858"/>
                  </a:lnTo>
                  <a:lnTo>
                    <a:pt x="199475" y="293318"/>
                  </a:lnTo>
                  <a:lnTo>
                    <a:pt x="181341" y="352779"/>
                  </a:lnTo>
                  <a:lnTo>
                    <a:pt x="163207" y="412240"/>
                  </a:lnTo>
                  <a:lnTo>
                    <a:pt x="145073" y="471701"/>
                  </a:lnTo>
                  <a:lnTo>
                    <a:pt x="126939" y="531162"/>
                  </a:lnTo>
                  <a:lnTo>
                    <a:pt x="108804" y="590622"/>
                  </a:lnTo>
                  <a:lnTo>
                    <a:pt x="90670" y="650083"/>
                  </a:lnTo>
                  <a:lnTo>
                    <a:pt x="72536" y="709544"/>
                  </a:lnTo>
                  <a:lnTo>
                    <a:pt x="54402" y="769005"/>
                  </a:lnTo>
                  <a:lnTo>
                    <a:pt x="36268" y="828466"/>
                  </a:lnTo>
                  <a:lnTo>
                    <a:pt x="18134" y="887926"/>
                  </a:lnTo>
                  <a:lnTo>
                    <a:pt x="0" y="947387"/>
                  </a:lnTo>
                  <a:lnTo>
                    <a:pt x="57768" y="963921"/>
                  </a:lnTo>
                  <a:lnTo>
                    <a:pt x="116073" y="978451"/>
                  </a:lnTo>
                  <a:lnTo>
                    <a:pt x="174844" y="990960"/>
                  </a:lnTo>
                  <a:lnTo>
                    <a:pt x="234013" y="1001433"/>
                  </a:lnTo>
                  <a:lnTo>
                    <a:pt x="293507" y="1009857"/>
                  </a:lnTo>
                  <a:lnTo>
                    <a:pt x="353257" y="1016223"/>
                  </a:lnTo>
                  <a:lnTo>
                    <a:pt x="413191" y="1020522"/>
                  </a:lnTo>
                  <a:lnTo>
                    <a:pt x="473238" y="1022751"/>
                  </a:lnTo>
                  <a:lnTo>
                    <a:pt x="533326" y="1022905"/>
                  </a:lnTo>
                  <a:lnTo>
                    <a:pt x="593383" y="1020986"/>
                  </a:lnTo>
                  <a:lnTo>
                    <a:pt x="653339" y="1016994"/>
                  </a:lnTo>
                  <a:lnTo>
                    <a:pt x="713120" y="1010936"/>
                  </a:lnTo>
                  <a:lnTo>
                    <a:pt x="772657" y="1002817"/>
                  </a:lnTo>
                  <a:lnTo>
                    <a:pt x="831879" y="992649"/>
                  </a:lnTo>
                  <a:lnTo>
                    <a:pt x="890714" y="980442"/>
                  </a:lnTo>
                  <a:lnTo>
                    <a:pt x="949093" y="966212"/>
                  </a:lnTo>
                  <a:lnTo>
                    <a:pt x="1006946" y="949976"/>
                  </a:lnTo>
                  <a:lnTo>
                    <a:pt x="1064203" y="931752"/>
                  </a:lnTo>
                  <a:lnTo>
                    <a:pt x="1120798" y="911563"/>
                  </a:lnTo>
                  <a:lnTo>
                    <a:pt x="1176662" y="889433"/>
                  </a:lnTo>
                  <a:lnTo>
                    <a:pt x="1231730" y="865387"/>
                  </a:lnTo>
                  <a:lnTo>
                    <a:pt x="1285934" y="839455"/>
                  </a:lnTo>
                  <a:lnTo>
                    <a:pt x="1339211" y="811668"/>
                  </a:lnTo>
                  <a:lnTo>
                    <a:pt x="1391497" y="782058"/>
                  </a:lnTo>
                  <a:lnTo>
                    <a:pt x="1442730" y="750661"/>
                  </a:lnTo>
                  <a:lnTo>
                    <a:pt x="1492848" y="717514"/>
                  </a:lnTo>
                  <a:lnTo>
                    <a:pt x="1457667" y="666263"/>
                  </a:lnTo>
                  <a:lnTo>
                    <a:pt x="1422485" y="615012"/>
                  </a:lnTo>
                  <a:lnTo>
                    <a:pt x="1387303" y="563761"/>
                  </a:lnTo>
                  <a:lnTo>
                    <a:pt x="1352121" y="512510"/>
                  </a:lnTo>
                  <a:lnTo>
                    <a:pt x="1316939" y="461259"/>
                  </a:lnTo>
                  <a:lnTo>
                    <a:pt x="1281757" y="410008"/>
                  </a:lnTo>
                  <a:lnTo>
                    <a:pt x="1246575" y="358757"/>
                  </a:lnTo>
                  <a:lnTo>
                    <a:pt x="1211393" y="307506"/>
                  </a:lnTo>
                  <a:lnTo>
                    <a:pt x="1176212" y="256255"/>
                  </a:lnTo>
                  <a:lnTo>
                    <a:pt x="1141030" y="205004"/>
                  </a:lnTo>
                  <a:lnTo>
                    <a:pt x="1105848" y="153753"/>
                  </a:lnTo>
                  <a:lnTo>
                    <a:pt x="1070666" y="102502"/>
                  </a:lnTo>
                  <a:lnTo>
                    <a:pt x="1035484" y="51251"/>
                  </a:lnTo>
                  <a:lnTo>
                    <a:pt x="1000302" y="0"/>
                  </a:lnTo>
                  <a:lnTo>
                    <a:pt x="949626" y="32271"/>
                  </a:lnTo>
                  <a:lnTo>
                    <a:pt x="896845" y="60970"/>
                  </a:lnTo>
                  <a:lnTo>
                    <a:pt x="842209" y="85959"/>
                  </a:lnTo>
                  <a:lnTo>
                    <a:pt x="785980" y="107118"/>
                  </a:lnTo>
                  <a:lnTo>
                    <a:pt x="728424" y="124348"/>
                  </a:lnTo>
                  <a:lnTo>
                    <a:pt x="669817" y="137567"/>
                  </a:lnTo>
                  <a:lnTo>
                    <a:pt x="610438" y="146710"/>
                  </a:lnTo>
                  <a:lnTo>
                    <a:pt x="550570" y="151735"/>
                  </a:lnTo>
                  <a:lnTo>
                    <a:pt x="490497" y="152618"/>
                  </a:lnTo>
                  <a:lnTo>
                    <a:pt x="430507" y="149354"/>
                  </a:lnTo>
                  <a:lnTo>
                    <a:pt x="370884" y="141959"/>
                  </a:lnTo>
                  <a:lnTo>
                    <a:pt x="311914" y="130468"/>
                  </a:lnTo>
                  <a:close/>
                </a:path>
              </a:pathLst>
            </a:cu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4391945" y="4076191"/>
              <a:ext cx="1450176" cy="1487480"/>
            </a:xfrm>
            <a:custGeom>
              <a:avLst/>
              <a:pathLst>
                <a:path w="1450176" h="1487480">
                  <a:moveTo>
                    <a:pt x="852027" y="0"/>
                  </a:moveTo>
                  <a:lnTo>
                    <a:pt x="791168" y="12673"/>
                  </a:lnTo>
                  <a:lnTo>
                    <a:pt x="730309" y="25346"/>
                  </a:lnTo>
                  <a:lnTo>
                    <a:pt x="669450" y="38019"/>
                  </a:lnTo>
                  <a:lnTo>
                    <a:pt x="608591" y="50692"/>
                  </a:lnTo>
                  <a:lnTo>
                    <a:pt x="547731" y="63365"/>
                  </a:lnTo>
                  <a:lnTo>
                    <a:pt x="486872" y="76038"/>
                  </a:lnTo>
                  <a:lnTo>
                    <a:pt x="426013" y="88711"/>
                  </a:lnTo>
                  <a:lnTo>
                    <a:pt x="365154" y="101384"/>
                  </a:lnTo>
                  <a:lnTo>
                    <a:pt x="304295" y="114057"/>
                  </a:lnTo>
                  <a:lnTo>
                    <a:pt x="243436" y="126730"/>
                  </a:lnTo>
                  <a:lnTo>
                    <a:pt x="182577" y="139403"/>
                  </a:lnTo>
                  <a:lnTo>
                    <a:pt x="121718" y="152076"/>
                  </a:lnTo>
                  <a:lnTo>
                    <a:pt x="60859" y="164749"/>
                  </a:lnTo>
                  <a:lnTo>
                    <a:pt x="0" y="177422"/>
                  </a:lnTo>
                  <a:lnTo>
                    <a:pt x="13253" y="235988"/>
                  </a:lnTo>
                  <a:lnTo>
                    <a:pt x="28519" y="294062"/>
                  </a:lnTo>
                  <a:lnTo>
                    <a:pt x="45778" y="351574"/>
                  </a:lnTo>
                  <a:lnTo>
                    <a:pt x="65011" y="408458"/>
                  </a:lnTo>
                  <a:lnTo>
                    <a:pt x="86195" y="464644"/>
                  </a:lnTo>
                  <a:lnTo>
                    <a:pt x="109304" y="520066"/>
                  </a:lnTo>
                  <a:lnTo>
                    <a:pt x="134311" y="574657"/>
                  </a:lnTo>
                  <a:lnTo>
                    <a:pt x="161187" y="628354"/>
                  </a:lnTo>
                  <a:lnTo>
                    <a:pt x="189898" y="681092"/>
                  </a:lnTo>
                  <a:lnTo>
                    <a:pt x="220411" y="732808"/>
                  </a:lnTo>
                  <a:lnTo>
                    <a:pt x="252690" y="783441"/>
                  </a:lnTo>
                  <a:lnTo>
                    <a:pt x="286696" y="832930"/>
                  </a:lnTo>
                  <a:lnTo>
                    <a:pt x="322389" y="881217"/>
                  </a:lnTo>
                  <a:lnTo>
                    <a:pt x="359726" y="928244"/>
                  </a:lnTo>
                  <a:lnTo>
                    <a:pt x="398664" y="973956"/>
                  </a:lnTo>
                  <a:lnTo>
                    <a:pt x="439154" y="1018297"/>
                  </a:lnTo>
                  <a:lnTo>
                    <a:pt x="481150" y="1061215"/>
                  </a:lnTo>
                  <a:lnTo>
                    <a:pt x="524602" y="1102659"/>
                  </a:lnTo>
                  <a:lnTo>
                    <a:pt x="569457" y="1142579"/>
                  </a:lnTo>
                  <a:lnTo>
                    <a:pt x="615662" y="1180929"/>
                  </a:lnTo>
                  <a:lnTo>
                    <a:pt x="663162" y="1217662"/>
                  </a:lnTo>
                  <a:lnTo>
                    <a:pt x="711902" y="1252735"/>
                  </a:lnTo>
                  <a:lnTo>
                    <a:pt x="761822" y="1286105"/>
                  </a:lnTo>
                  <a:lnTo>
                    <a:pt x="812863" y="1317735"/>
                  </a:lnTo>
                  <a:lnTo>
                    <a:pt x="864965" y="1347584"/>
                  </a:lnTo>
                  <a:lnTo>
                    <a:pt x="918065" y="1375619"/>
                  </a:lnTo>
                  <a:lnTo>
                    <a:pt x="972101" y="1401806"/>
                  </a:lnTo>
                  <a:lnTo>
                    <a:pt x="1027008" y="1426113"/>
                  </a:lnTo>
                  <a:lnTo>
                    <a:pt x="1082721" y="1448512"/>
                  </a:lnTo>
                  <a:lnTo>
                    <a:pt x="1139173" y="1468975"/>
                  </a:lnTo>
                  <a:lnTo>
                    <a:pt x="1196298" y="1487480"/>
                  </a:lnTo>
                  <a:lnTo>
                    <a:pt x="1214432" y="1428019"/>
                  </a:lnTo>
                  <a:lnTo>
                    <a:pt x="1232566" y="1368558"/>
                  </a:lnTo>
                  <a:lnTo>
                    <a:pt x="1250700" y="1309097"/>
                  </a:lnTo>
                  <a:lnTo>
                    <a:pt x="1268834" y="1249637"/>
                  </a:lnTo>
                  <a:lnTo>
                    <a:pt x="1286969" y="1190176"/>
                  </a:lnTo>
                  <a:lnTo>
                    <a:pt x="1305103" y="1130715"/>
                  </a:lnTo>
                  <a:lnTo>
                    <a:pt x="1323237" y="1071254"/>
                  </a:lnTo>
                  <a:lnTo>
                    <a:pt x="1341371" y="1011793"/>
                  </a:lnTo>
                  <a:lnTo>
                    <a:pt x="1359505" y="952333"/>
                  </a:lnTo>
                  <a:lnTo>
                    <a:pt x="1377639" y="892872"/>
                  </a:lnTo>
                  <a:lnTo>
                    <a:pt x="1395774" y="833411"/>
                  </a:lnTo>
                  <a:lnTo>
                    <a:pt x="1413908" y="773950"/>
                  </a:lnTo>
                  <a:lnTo>
                    <a:pt x="1432042" y="714489"/>
                  </a:lnTo>
                  <a:lnTo>
                    <a:pt x="1450176" y="655028"/>
                  </a:lnTo>
                  <a:lnTo>
                    <a:pt x="1391519" y="634828"/>
                  </a:lnTo>
                  <a:lnTo>
                    <a:pt x="1334450" y="610500"/>
                  </a:lnTo>
                  <a:lnTo>
                    <a:pt x="1279258" y="582168"/>
                  </a:lnTo>
                  <a:lnTo>
                    <a:pt x="1226226" y="549976"/>
                  </a:lnTo>
                  <a:lnTo>
                    <a:pt x="1175621" y="514088"/>
                  </a:lnTo>
                  <a:lnTo>
                    <a:pt x="1127702" y="474687"/>
                  </a:lnTo>
                  <a:lnTo>
                    <a:pt x="1082711" y="431972"/>
                  </a:lnTo>
                  <a:lnTo>
                    <a:pt x="1040878" y="386160"/>
                  </a:lnTo>
                  <a:lnTo>
                    <a:pt x="1002414" y="337485"/>
                  </a:lnTo>
                  <a:lnTo>
                    <a:pt x="967515" y="286193"/>
                  </a:lnTo>
                  <a:lnTo>
                    <a:pt x="936360" y="232546"/>
                  </a:lnTo>
                  <a:lnTo>
                    <a:pt x="909105" y="176815"/>
                  </a:lnTo>
                  <a:lnTo>
                    <a:pt x="885889" y="119284"/>
                  </a:lnTo>
                  <a:lnTo>
                    <a:pt x="866831" y="60246"/>
                  </a:lnTo>
                  <a:close/>
                </a:path>
              </a:pathLst>
            </a:cu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4355406" y="2641815"/>
              <a:ext cx="1138558" cy="1611798"/>
            </a:xfrm>
            <a:custGeom>
              <a:avLst/>
              <a:pathLst>
                <a:path w="1138558" h="1611798">
                  <a:moveTo>
                    <a:pt x="1138558" y="628476"/>
                  </a:moveTo>
                  <a:lnTo>
                    <a:pt x="1095556" y="583585"/>
                  </a:lnTo>
                  <a:lnTo>
                    <a:pt x="1052553" y="538694"/>
                  </a:lnTo>
                  <a:lnTo>
                    <a:pt x="1009551" y="493803"/>
                  </a:lnTo>
                  <a:lnTo>
                    <a:pt x="966548" y="448912"/>
                  </a:lnTo>
                  <a:lnTo>
                    <a:pt x="923546" y="404020"/>
                  </a:lnTo>
                  <a:lnTo>
                    <a:pt x="880543" y="359129"/>
                  </a:lnTo>
                  <a:lnTo>
                    <a:pt x="837540" y="314238"/>
                  </a:lnTo>
                  <a:lnTo>
                    <a:pt x="794538" y="269347"/>
                  </a:lnTo>
                  <a:lnTo>
                    <a:pt x="751535" y="224456"/>
                  </a:lnTo>
                  <a:lnTo>
                    <a:pt x="708533" y="179564"/>
                  </a:lnTo>
                  <a:lnTo>
                    <a:pt x="665530" y="134673"/>
                  </a:lnTo>
                  <a:lnTo>
                    <a:pt x="622528" y="89782"/>
                  </a:lnTo>
                  <a:lnTo>
                    <a:pt x="579525" y="44891"/>
                  </a:lnTo>
                  <a:lnTo>
                    <a:pt x="536523" y="0"/>
                  </a:lnTo>
                  <a:lnTo>
                    <a:pt x="493394" y="42782"/>
                  </a:lnTo>
                  <a:lnTo>
                    <a:pt x="451784" y="87044"/>
                  </a:lnTo>
                  <a:lnTo>
                    <a:pt x="411744" y="132730"/>
                  </a:lnTo>
                  <a:lnTo>
                    <a:pt x="373322" y="179786"/>
                  </a:lnTo>
                  <a:lnTo>
                    <a:pt x="336567" y="228154"/>
                  </a:lnTo>
                  <a:lnTo>
                    <a:pt x="301521" y="277776"/>
                  </a:lnTo>
                  <a:lnTo>
                    <a:pt x="268228" y="328590"/>
                  </a:lnTo>
                  <a:lnTo>
                    <a:pt x="236729" y="380534"/>
                  </a:lnTo>
                  <a:lnTo>
                    <a:pt x="207061" y="433547"/>
                  </a:lnTo>
                  <a:lnTo>
                    <a:pt x="179262" y="487562"/>
                  </a:lnTo>
                  <a:lnTo>
                    <a:pt x="153364" y="542515"/>
                  </a:lnTo>
                  <a:lnTo>
                    <a:pt x="129400" y="598338"/>
                  </a:lnTo>
                  <a:lnTo>
                    <a:pt x="107398" y="654963"/>
                  </a:lnTo>
                  <a:lnTo>
                    <a:pt x="87386" y="712321"/>
                  </a:lnTo>
                  <a:lnTo>
                    <a:pt x="69388" y="770343"/>
                  </a:lnTo>
                  <a:lnTo>
                    <a:pt x="53425" y="828957"/>
                  </a:lnTo>
                  <a:lnTo>
                    <a:pt x="39517" y="888093"/>
                  </a:lnTo>
                  <a:lnTo>
                    <a:pt x="27681" y="947678"/>
                  </a:lnTo>
                  <a:lnTo>
                    <a:pt x="17932" y="1007640"/>
                  </a:lnTo>
                  <a:lnTo>
                    <a:pt x="10281" y="1067906"/>
                  </a:lnTo>
                  <a:lnTo>
                    <a:pt x="4738" y="1128401"/>
                  </a:lnTo>
                  <a:lnTo>
                    <a:pt x="1310" y="1189054"/>
                  </a:lnTo>
                  <a:lnTo>
                    <a:pt x="0" y="1249789"/>
                  </a:lnTo>
                  <a:lnTo>
                    <a:pt x="810" y="1310533"/>
                  </a:lnTo>
                  <a:lnTo>
                    <a:pt x="3739" y="1371211"/>
                  </a:lnTo>
                  <a:lnTo>
                    <a:pt x="8784" y="1431751"/>
                  </a:lnTo>
                  <a:lnTo>
                    <a:pt x="15938" y="1492077"/>
                  </a:lnTo>
                  <a:lnTo>
                    <a:pt x="25194" y="1552117"/>
                  </a:lnTo>
                  <a:lnTo>
                    <a:pt x="36538" y="1611798"/>
                  </a:lnTo>
                  <a:lnTo>
                    <a:pt x="97397" y="1599125"/>
                  </a:lnTo>
                  <a:lnTo>
                    <a:pt x="158257" y="1586452"/>
                  </a:lnTo>
                  <a:lnTo>
                    <a:pt x="219116" y="1573779"/>
                  </a:lnTo>
                  <a:lnTo>
                    <a:pt x="279975" y="1561106"/>
                  </a:lnTo>
                  <a:lnTo>
                    <a:pt x="340834" y="1548433"/>
                  </a:lnTo>
                  <a:lnTo>
                    <a:pt x="401693" y="1535760"/>
                  </a:lnTo>
                  <a:lnTo>
                    <a:pt x="462552" y="1523087"/>
                  </a:lnTo>
                  <a:lnTo>
                    <a:pt x="523411" y="1510414"/>
                  </a:lnTo>
                  <a:lnTo>
                    <a:pt x="584270" y="1497741"/>
                  </a:lnTo>
                  <a:lnTo>
                    <a:pt x="645129" y="1485068"/>
                  </a:lnTo>
                  <a:lnTo>
                    <a:pt x="705988" y="1472395"/>
                  </a:lnTo>
                  <a:lnTo>
                    <a:pt x="766848" y="1459722"/>
                  </a:lnTo>
                  <a:lnTo>
                    <a:pt x="827707" y="1447049"/>
                  </a:lnTo>
                  <a:lnTo>
                    <a:pt x="888566" y="1434376"/>
                  </a:lnTo>
                  <a:lnTo>
                    <a:pt x="877975" y="1372365"/>
                  </a:lnTo>
                  <a:lnTo>
                    <a:pt x="871892" y="1309752"/>
                  </a:lnTo>
                  <a:lnTo>
                    <a:pt x="870347" y="1246862"/>
                  </a:lnTo>
                  <a:lnTo>
                    <a:pt x="873350" y="1184025"/>
                  </a:lnTo>
                  <a:lnTo>
                    <a:pt x="880883" y="1121570"/>
                  </a:lnTo>
                  <a:lnTo>
                    <a:pt x="892909" y="1059822"/>
                  </a:lnTo>
                  <a:lnTo>
                    <a:pt x="909363" y="999103"/>
                  </a:lnTo>
                  <a:lnTo>
                    <a:pt x="930161" y="939732"/>
                  </a:lnTo>
                  <a:lnTo>
                    <a:pt x="955193" y="882019"/>
                  </a:lnTo>
                  <a:lnTo>
                    <a:pt x="984329" y="826264"/>
                  </a:lnTo>
                  <a:lnTo>
                    <a:pt x="1017415" y="772760"/>
                  </a:lnTo>
                  <a:lnTo>
                    <a:pt x="1054281" y="721785"/>
                  </a:lnTo>
                  <a:lnTo>
                    <a:pt x="1094732" y="673607"/>
                  </a:lnTo>
                  <a:close/>
                </a:path>
              </a:pathLst>
            </a:cu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4891929" y="2158160"/>
              <a:ext cx="1204070" cy="1112131"/>
            </a:xfrm>
            <a:custGeom>
              <a:avLst/>
              <a:pathLst>
                <a:path w="1204070" h="1112131">
                  <a:moveTo>
                    <a:pt x="1204070" y="870304"/>
                  </a:moveTo>
                  <a:lnTo>
                    <a:pt x="1204070" y="808139"/>
                  </a:lnTo>
                  <a:lnTo>
                    <a:pt x="1204070" y="745975"/>
                  </a:lnTo>
                  <a:lnTo>
                    <a:pt x="1204070" y="683810"/>
                  </a:lnTo>
                  <a:lnTo>
                    <a:pt x="1204070" y="621645"/>
                  </a:lnTo>
                  <a:lnTo>
                    <a:pt x="1204070" y="559481"/>
                  </a:lnTo>
                  <a:lnTo>
                    <a:pt x="1204070" y="497316"/>
                  </a:lnTo>
                  <a:lnTo>
                    <a:pt x="1204070" y="435152"/>
                  </a:lnTo>
                  <a:lnTo>
                    <a:pt x="1204070" y="372987"/>
                  </a:lnTo>
                  <a:lnTo>
                    <a:pt x="1204070" y="310822"/>
                  </a:lnTo>
                  <a:lnTo>
                    <a:pt x="1204070" y="248658"/>
                  </a:lnTo>
                  <a:lnTo>
                    <a:pt x="1204070" y="186493"/>
                  </a:lnTo>
                  <a:lnTo>
                    <a:pt x="1204070" y="124329"/>
                  </a:lnTo>
                  <a:lnTo>
                    <a:pt x="1204070" y="62164"/>
                  </a:lnTo>
                  <a:lnTo>
                    <a:pt x="1204070" y="0"/>
                  </a:lnTo>
                  <a:lnTo>
                    <a:pt x="1143642" y="1049"/>
                  </a:lnTo>
                  <a:lnTo>
                    <a:pt x="1083288" y="4195"/>
                  </a:lnTo>
                  <a:lnTo>
                    <a:pt x="1023078" y="9435"/>
                  </a:lnTo>
                  <a:lnTo>
                    <a:pt x="963088" y="16762"/>
                  </a:lnTo>
                  <a:lnTo>
                    <a:pt x="903387" y="26167"/>
                  </a:lnTo>
                  <a:lnTo>
                    <a:pt x="844049" y="37639"/>
                  </a:lnTo>
                  <a:lnTo>
                    <a:pt x="785145" y="51164"/>
                  </a:lnTo>
                  <a:lnTo>
                    <a:pt x="726747" y="66726"/>
                  </a:lnTo>
                  <a:lnTo>
                    <a:pt x="668923" y="84306"/>
                  </a:lnTo>
                  <a:lnTo>
                    <a:pt x="611745" y="103883"/>
                  </a:lnTo>
                  <a:lnTo>
                    <a:pt x="555281" y="125433"/>
                  </a:lnTo>
                  <a:lnTo>
                    <a:pt x="499599" y="148930"/>
                  </a:lnTo>
                  <a:lnTo>
                    <a:pt x="444767" y="174346"/>
                  </a:lnTo>
                  <a:lnTo>
                    <a:pt x="390849" y="201650"/>
                  </a:lnTo>
                  <a:lnTo>
                    <a:pt x="337913" y="230810"/>
                  </a:lnTo>
                  <a:lnTo>
                    <a:pt x="286020" y="261790"/>
                  </a:lnTo>
                  <a:lnTo>
                    <a:pt x="235234" y="294553"/>
                  </a:lnTo>
                  <a:lnTo>
                    <a:pt x="185617" y="329059"/>
                  </a:lnTo>
                  <a:lnTo>
                    <a:pt x="137227" y="365267"/>
                  </a:lnTo>
                  <a:lnTo>
                    <a:pt x="90123" y="403133"/>
                  </a:lnTo>
                  <a:lnTo>
                    <a:pt x="44362" y="442611"/>
                  </a:lnTo>
                  <a:lnTo>
                    <a:pt x="0" y="483654"/>
                  </a:lnTo>
                  <a:lnTo>
                    <a:pt x="43002" y="528545"/>
                  </a:lnTo>
                  <a:lnTo>
                    <a:pt x="86005" y="573437"/>
                  </a:lnTo>
                  <a:lnTo>
                    <a:pt x="129007" y="618328"/>
                  </a:lnTo>
                  <a:lnTo>
                    <a:pt x="172010" y="663219"/>
                  </a:lnTo>
                  <a:lnTo>
                    <a:pt x="215012" y="708110"/>
                  </a:lnTo>
                  <a:lnTo>
                    <a:pt x="258015" y="753002"/>
                  </a:lnTo>
                  <a:lnTo>
                    <a:pt x="301017" y="797893"/>
                  </a:lnTo>
                  <a:lnTo>
                    <a:pt x="344020" y="842784"/>
                  </a:lnTo>
                  <a:lnTo>
                    <a:pt x="387022" y="887675"/>
                  </a:lnTo>
                  <a:lnTo>
                    <a:pt x="430025" y="932566"/>
                  </a:lnTo>
                  <a:lnTo>
                    <a:pt x="473027" y="977458"/>
                  </a:lnTo>
                  <a:lnTo>
                    <a:pt x="516030" y="1022349"/>
                  </a:lnTo>
                  <a:lnTo>
                    <a:pt x="559032" y="1067240"/>
                  </a:lnTo>
                  <a:lnTo>
                    <a:pt x="602035" y="1112131"/>
                  </a:lnTo>
                  <a:lnTo>
                    <a:pt x="647096" y="1071870"/>
                  </a:lnTo>
                  <a:lnTo>
                    <a:pt x="694843" y="1034833"/>
                  </a:lnTo>
                  <a:lnTo>
                    <a:pt x="745045" y="1001199"/>
                  </a:lnTo>
                  <a:lnTo>
                    <a:pt x="797460" y="971129"/>
                  </a:lnTo>
                  <a:lnTo>
                    <a:pt x="851834" y="944769"/>
                  </a:lnTo>
                  <a:lnTo>
                    <a:pt x="907907" y="922245"/>
                  </a:lnTo>
                  <a:lnTo>
                    <a:pt x="965408" y="903667"/>
                  </a:lnTo>
                  <a:lnTo>
                    <a:pt x="1024060" y="889124"/>
                  </a:lnTo>
                  <a:lnTo>
                    <a:pt x="1083579" y="878685"/>
                  </a:lnTo>
                  <a:lnTo>
                    <a:pt x="1143679" y="872402"/>
                  </a:lnTo>
                  <a:close/>
                </a:path>
              </a:pathLst>
            </a:cu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6456652" y="2641564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136442" y="3461374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999058" y="4482915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6077707" y="5102527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915028" y="4692570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632186" y="3425502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392439" y="2600896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22" name="rc21"/>
            <p:cNvSpPr/>
            <p:nvPr/>
          </p:nvSpPr>
          <p:spPr>
            <a:xfrm>
              <a:off x="69589" y="6074529"/>
              <a:ext cx="12052821" cy="3481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667978" y="6162289"/>
              <a:ext cx="201455" cy="235864"/>
            </a:xfrm>
            <a:prstGeom prst="rect">
              <a:avLst/>
            </a:pr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2026587" y="6162289"/>
              <a:ext cx="201456" cy="235864"/>
            </a:xfrm>
            <a:prstGeom prst="rect">
              <a:avLst/>
            </a:pr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460582" y="6162289"/>
              <a:ext cx="201456" cy="235864"/>
            </a:xfrm>
            <a:prstGeom prst="rect">
              <a:avLst/>
            </a:pr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5120130" y="6162289"/>
              <a:ext cx="201456" cy="235864"/>
            </a:xfrm>
            <a:prstGeom prst="rect">
              <a:avLst/>
            </a:pr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7021079" y="6162289"/>
              <a:ext cx="201455" cy="235864"/>
            </a:xfrm>
            <a:prstGeom prst="rect">
              <a:avLst/>
            </a:pr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9147580" y="6162289"/>
              <a:ext cx="201455" cy="235864"/>
            </a:xfrm>
            <a:prstGeom prst="rect">
              <a:avLst/>
            </a:pr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10156278" y="6162289"/>
              <a:ext cx="201455" cy="235864"/>
            </a:xfrm>
            <a:prstGeom prst="rect">
              <a:avLst/>
            </a:pr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954350" y="6236744"/>
              <a:ext cx="993576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Flourisher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2312958" y="6193881"/>
              <a:ext cx="1073249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 Seeker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3746954" y="6193881"/>
              <a:ext cx="129867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Joyful Striver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406501" y="6196560"/>
              <a:ext cx="1536104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Purpose Seeker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7307450" y="6196560"/>
              <a:ext cx="1761529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Purposeful Striver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9433951" y="6234065"/>
              <a:ext cx="643830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Striver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0442649" y="6236744"/>
              <a:ext cx="1106685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Triumvirate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6060715" y="1165807"/>
              <a:ext cx="70569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JAM TYPE DISTRIBUTION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9589" y="6074529"/>
              <a:ext cx="12052821" cy="3481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69589" y="1288850"/>
              <a:ext cx="5996428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6066017" y="1288850"/>
              <a:ext cx="59964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6125982" y="1288850"/>
              <a:ext cx="5996428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892042" y="1723008"/>
              <a:ext cx="4351521" cy="43515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3067803" y="2158160"/>
              <a:ext cx="1381339" cy="1211075"/>
            </a:xfrm>
            <a:custGeom>
              <a:avLst/>
              <a:pathLst>
                <a:path w="1381339" h="1211075">
                  <a:moveTo>
                    <a:pt x="690669" y="1211075"/>
                  </a:moveTo>
                  <a:lnTo>
                    <a:pt x="740003" y="1173251"/>
                  </a:lnTo>
                  <a:lnTo>
                    <a:pt x="789336" y="1135428"/>
                  </a:lnTo>
                  <a:lnTo>
                    <a:pt x="838670" y="1097604"/>
                  </a:lnTo>
                  <a:lnTo>
                    <a:pt x="888003" y="1059780"/>
                  </a:lnTo>
                  <a:lnTo>
                    <a:pt x="937337" y="1021956"/>
                  </a:lnTo>
                  <a:lnTo>
                    <a:pt x="986670" y="984132"/>
                  </a:lnTo>
                  <a:lnTo>
                    <a:pt x="1036004" y="946309"/>
                  </a:lnTo>
                  <a:lnTo>
                    <a:pt x="1085337" y="908485"/>
                  </a:lnTo>
                  <a:lnTo>
                    <a:pt x="1134671" y="870661"/>
                  </a:lnTo>
                  <a:lnTo>
                    <a:pt x="1184004" y="832837"/>
                  </a:lnTo>
                  <a:lnTo>
                    <a:pt x="1233338" y="795014"/>
                  </a:lnTo>
                  <a:lnTo>
                    <a:pt x="1282671" y="757190"/>
                  </a:lnTo>
                  <a:lnTo>
                    <a:pt x="1332005" y="719366"/>
                  </a:lnTo>
                  <a:lnTo>
                    <a:pt x="1381339" y="681542"/>
                  </a:lnTo>
                  <a:lnTo>
                    <a:pt x="1344592" y="635263"/>
                  </a:lnTo>
                  <a:lnTo>
                    <a:pt x="1306296" y="590257"/>
                  </a:lnTo>
                  <a:lnTo>
                    <a:pt x="1266495" y="546578"/>
                  </a:lnTo>
                  <a:lnTo>
                    <a:pt x="1225233" y="504275"/>
                  </a:lnTo>
                  <a:lnTo>
                    <a:pt x="1182559" y="463396"/>
                  </a:lnTo>
                  <a:lnTo>
                    <a:pt x="1138523" y="423990"/>
                  </a:lnTo>
                  <a:lnTo>
                    <a:pt x="1093174" y="386102"/>
                  </a:lnTo>
                  <a:lnTo>
                    <a:pt x="1046565" y="349774"/>
                  </a:lnTo>
                  <a:lnTo>
                    <a:pt x="998750" y="315050"/>
                  </a:lnTo>
                  <a:lnTo>
                    <a:pt x="949783" y="281969"/>
                  </a:lnTo>
                  <a:lnTo>
                    <a:pt x="899722" y="250569"/>
                  </a:lnTo>
                  <a:lnTo>
                    <a:pt x="848624" y="220886"/>
                  </a:lnTo>
                  <a:lnTo>
                    <a:pt x="796548" y="192955"/>
                  </a:lnTo>
                  <a:lnTo>
                    <a:pt x="743553" y="166808"/>
                  </a:lnTo>
                  <a:lnTo>
                    <a:pt x="689702" y="142475"/>
                  </a:lnTo>
                  <a:lnTo>
                    <a:pt x="635056" y="119984"/>
                  </a:lnTo>
                  <a:lnTo>
                    <a:pt x="579677" y="99361"/>
                  </a:lnTo>
                  <a:lnTo>
                    <a:pt x="523631" y="80630"/>
                  </a:lnTo>
                  <a:lnTo>
                    <a:pt x="466981" y="63811"/>
                  </a:lnTo>
                  <a:lnTo>
                    <a:pt x="409792" y="48926"/>
                  </a:lnTo>
                  <a:lnTo>
                    <a:pt x="352132" y="35991"/>
                  </a:lnTo>
                  <a:lnTo>
                    <a:pt x="294065" y="25020"/>
                  </a:lnTo>
                  <a:lnTo>
                    <a:pt x="235660" y="16026"/>
                  </a:lnTo>
                  <a:lnTo>
                    <a:pt x="176983" y="9021"/>
                  </a:lnTo>
                  <a:lnTo>
                    <a:pt x="118102" y="4011"/>
                  </a:lnTo>
                  <a:lnTo>
                    <a:pt x="59085" y="1003"/>
                  </a:lnTo>
                  <a:lnTo>
                    <a:pt x="0" y="0"/>
                  </a:lnTo>
                  <a:lnTo>
                    <a:pt x="0" y="62164"/>
                  </a:lnTo>
                  <a:lnTo>
                    <a:pt x="0" y="124329"/>
                  </a:lnTo>
                  <a:lnTo>
                    <a:pt x="0" y="186493"/>
                  </a:lnTo>
                  <a:lnTo>
                    <a:pt x="0" y="248658"/>
                  </a:lnTo>
                  <a:lnTo>
                    <a:pt x="0" y="310822"/>
                  </a:lnTo>
                  <a:lnTo>
                    <a:pt x="0" y="372987"/>
                  </a:lnTo>
                  <a:lnTo>
                    <a:pt x="0" y="435152"/>
                  </a:lnTo>
                  <a:lnTo>
                    <a:pt x="0" y="497316"/>
                  </a:lnTo>
                  <a:lnTo>
                    <a:pt x="0" y="559481"/>
                  </a:lnTo>
                  <a:lnTo>
                    <a:pt x="0" y="621645"/>
                  </a:lnTo>
                  <a:lnTo>
                    <a:pt x="0" y="683810"/>
                  </a:lnTo>
                  <a:lnTo>
                    <a:pt x="0" y="745975"/>
                  </a:lnTo>
                  <a:lnTo>
                    <a:pt x="0" y="808139"/>
                  </a:lnTo>
                  <a:lnTo>
                    <a:pt x="0" y="870304"/>
                  </a:lnTo>
                  <a:lnTo>
                    <a:pt x="61318" y="872467"/>
                  </a:lnTo>
                  <a:lnTo>
                    <a:pt x="122332" y="878944"/>
                  </a:lnTo>
                  <a:lnTo>
                    <a:pt x="182738" y="889705"/>
                  </a:lnTo>
                  <a:lnTo>
                    <a:pt x="242236" y="904695"/>
                  </a:lnTo>
                  <a:lnTo>
                    <a:pt x="300529" y="923839"/>
                  </a:lnTo>
                  <a:lnTo>
                    <a:pt x="357329" y="947043"/>
                  </a:lnTo>
                  <a:lnTo>
                    <a:pt x="412353" y="974192"/>
                  </a:lnTo>
                  <a:lnTo>
                    <a:pt x="465327" y="1005149"/>
                  </a:lnTo>
                  <a:lnTo>
                    <a:pt x="515989" y="1039763"/>
                  </a:lnTo>
                  <a:lnTo>
                    <a:pt x="564086" y="1077859"/>
                  </a:lnTo>
                  <a:lnTo>
                    <a:pt x="609379" y="1119250"/>
                  </a:lnTo>
                  <a:lnTo>
                    <a:pt x="651643" y="1163729"/>
                  </a:lnTo>
                  <a:close/>
                </a:path>
              </a:pathLst>
            </a:cu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3758472" y="2839702"/>
              <a:ext cx="1049911" cy="1249822"/>
            </a:xfrm>
            <a:custGeom>
              <a:avLst/>
              <a:pathLst>
                <a:path w="1049911" h="1249822">
                  <a:moveTo>
                    <a:pt x="174392" y="1154444"/>
                  </a:moveTo>
                  <a:lnTo>
                    <a:pt x="236182" y="1161256"/>
                  </a:lnTo>
                  <a:lnTo>
                    <a:pt x="297972" y="1168069"/>
                  </a:lnTo>
                  <a:lnTo>
                    <a:pt x="359763" y="1174882"/>
                  </a:lnTo>
                  <a:lnTo>
                    <a:pt x="421553" y="1181695"/>
                  </a:lnTo>
                  <a:lnTo>
                    <a:pt x="483343" y="1188507"/>
                  </a:lnTo>
                  <a:lnTo>
                    <a:pt x="545133" y="1195320"/>
                  </a:lnTo>
                  <a:lnTo>
                    <a:pt x="606923" y="1202133"/>
                  </a:lnTo>
                  <a:lnTo>
                    <a:pt x="668713" y="1208946"/>
                  </a:lnTo>
                  <a:lnTo>
                    <a:pt x="730503" y="1215758"/>
                  </a:lnTo>
                  <a:lnTo>
                    <a:pt x="792294" y="1222571"/>
                  </a:lnTo>
                  <a:lnTo>
                    <a:pt x="854084" y="1229384"/>
                  </a:lnTo>
                  <a:lnTo>
                    <a:pt x="915874" y="1236196"/>
                  </a:lnTo>
                  <a:lnTo>
                    <a:pt x="977664" y="1243009"/>
                  </a:lnTo>
                  <a:lnTo>
                    <a:pt x="1039454" y="1249822"/>
                  </a:lnTo>
                  <a:lnTo>
                    <a:pt x="1045034" y="1189643"/>
                  </a:lnTo>
                  <a:lnTo>
                    <a:pt x="1048521" y="1129307"/>
                  </a:lnTo>
                  <a:lnTo>
                    <a:pt x="1049911" y="1068887"/>
                  </a:lnTo>
                  <a:lnTo>
                    <a:pt x="1049202" y="1008454"/>
                  </a:lnTo>
                  <a:lnTo>
                    <a:pt x="1046397" y="948083"/>
                  </a:lnTo>
                  <a:lnTo>
                    <a:pt x="1041497" y="887845"/>
                  </a:lnTo>
                  <a:lnTo>
                    <a:pt x="1034508" y="827814"/>
                  </a:lnTo>
                  <a:lnTo>
                    <a:pt x="1025440" y="768061"/>
                  </a:lnTo>
                  <a:lnTo>
                    <a:pt x="1014303" y="708660"/>
                  </a:lnTo>
                  <a:lnTo>
                    <a:pt x="1001111" y="649680"/>
                  </a:lnTo>
                  <a:lnTo>
                    <a:pt x="985878" y="591195"/>
                  </a:lnTo>
                  <a:lnTo>
                    <a:pt x="968625" y="533273"/>
                  </a:lnTo>
                  <a:lnTo>
                    <a:pt x="949371" y="475985"/>
                  </a:lnTo>
                  <a:lnTo>
                    <a:pt x="928140" y="419401"/>
                  </a:lnTo>
                  <a:lnTo>
                    <a:pt x="904958" y="363587"/>
                  </a:lnTo>
                  <a:lnTo>
                    <a:pt x="879851" y="308612"/>
                  </a:lnTo>
                  <a:lnTo>
                    <a:pt x="852852" y="254541"/>
                  </a:lnTo>
                  <a:lnTo>
                    <a:pt x="823991" y="201441"/>
                  </a:lnTo>
                  <a:lnTo>
                    <a:pt x="793304" y="149374"/>
                  </a:lnTo>
                  <a:lnTo>
                    <a:pt x="760829" y="98405"/>
                  </a:lnTo>
                  <a:lnTo>
                    <a:pt x="726603" y="48593"/>
                  </a:lnTo>
                  <a:lnTo>
                    <a:pt x="690669" y="0"/>
                  </a:lnTo>
                  <a:lnTo>
                    <a:pt x="641335" y="37823"/>
                  </a:lnTo>
                  <a:lnTo>
                    <a:pt x="592002" y="75647"/>
                  </a:lnTo>
                  <a:lnTo>
                    <a:pt x="542668" y="113471"/>
                  </a:lnTo>
                  <a:lnTo>
                    <a:pt x="493335" y="151295"/>
                  </a:lnTo>
                  <a:lnTo>
                    <a:pt x="444001" y="189118"/>
                  </a:lnTo>
                  <a:lnTo>
                    <a:pt x="394668" y="226942"/>
                  </a:lnTo>
                  <a:lnTo>
                    <a:pt x="345334" y="264766"/>
                  </a:lnTo>
                  <a:lnTo>
                    <a:pt x="296001" y="302590"/>
                  </a:lnTo>
                  <a:lnTo>
                    <a:pt x="246667" y="340414"/>
                  </a:lnTo>
                  <a:lnTo>
                    <a:pt x="197334" y="378237"/>
                  </a:lnTo>
                  <a:lnTo>
                    <a:pt x="148000" y="416061"/>
                  </a:lnTo>
                  <a:lnTo>
                    <a:pt x="98667" y="453885"/>
                  </a:lnTo>
                  <a:lnTo>
                    <a:pt x="49333" y="491709"/>
                  </a:lnTo>
                  <a:lnTo>
                    <a:pt x="0" y="529532"/>
                  </a:lnTo>
                  <a:lnTo>
                    <a:pt x="35079" y="578735"/>
                  </a:lnTo>
                  <a:lnTo>
                    <a:pt x="66661" y="630253"/>
                  </a:lnTo>
                  <a:lnTo>
                    <a:pt x="94591" y="683839"/>
                  </a:lnTo>
                  <a:lnTo>
                    <a:pt x="118735" y="739233"/>
                  </a:lnTo>
                  <a:lnTo>
                    <a:pt x="138978" y="796169"/>
                  </a:lnTo>
                  <a:lnTo>
                    <a:pt x="155220" y="854373"/>
                  </a:lnTo>
                  <a:lnTo>
                    <a:pt x="167385" y="913563"/>
                  </a:lnTo>
                  <a:lnTo>
                    <a:pt x="175413" y="973455"/>
                  </a:lnTo>
                  <a:lnTo>
                    <a:pt x="179266" y="1033760"/>
                  </a:lnTo>
                  <a:lnTo>
                    <a:pt x="178925" y="1094186"/>
                  </a:lnTo>
                  <a:close/>
                </a:path>
              </a:pathLst>
            </a:cu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3560349" y="3994147"/>
              <a:ext cx="1237578" cy="1339651"/>
            </a:xfrm>
            <a:custGeom>
              <a:avLst/>
              <a:pathLst>
                <a:path w="1237578" h="1339651">
                  <a:moveTo>
                    <a:pt x="0" y="622136"/>
                  </a:moveTo>
                  <a:lnTo>
                    <a:pt x="35181" y="673387"/>
                  </a:lnTo>
                  <a:lnTo>
                    <a:pt x="70363" y="724638"/>
                  </a:lnTo>
                  <a:lnTo>
                    <a:pt x="105545" y="775889"/>
                  </a:lnTo>
                  <a:lnTo>
                    <a:pt x="140727" y="827140"/>
                  </a:lnTo>
                  <a:lnTo>
                    <a:pt x="175909" y="878391"/>
                  </a:lnTo>
                  <a:lnTo>
                    <a:pt x="211091" y="929643"/>
                  </a:lnTo>
                  <a:lnTo>
                    <a:pt x="246273" y="980894"/>
                  </a:lnTo>
                  <a:lnTo>
                    <a:pt x="281454" y="1032145"/>
                  </a:lnTo>
                  <a:lnTo>
                    <a:pt x="316636" y="1083396"/>
                  </a:lnTo>
                  <a:lnTo>
                    <a:pt x="351818" y="1134647"/>
                  </a:lnTo>
                  <a:lnTo>
                    <a:pt x="387000" y="1185898"/>
                  </a:lnTo>
                  <a:lnTo>
                    <a:pt x="422182" y="1237149"/>
                  </a:lnTo>
                  <a:lnTo>
                    <a:pt x="457364" y="1288400"/>
                  </a:lnTo>
                  <a:lnTo>
                    <a:pt x="492546" y="1339651"/>
                  </a:lnTo>
                  <a:lnTo>
                    <a:pt x="541285" y="1304946"/>
                  </a:lnTo>
                  <a:lnTo>
                    <a:pt x="588802" y="1268587"/>
                  </a:lnTo>
                  <a:lnTo>
                    <a:pt x="635042" y="1230616"/>
                  </a:lnTo>
                  <a:lnTo>
                    <a:pt x="679949" y="1191078"/>
                  </a:lnTo>
                  <a:lnTo>
                    <a:pt x="723471" y="1150020"/>
                  </a:lnTo>
                  <a:lnTo>
                    <a:pt x="765556" y="1107491"/>
                  </a:lnTo>
                  <a:lnTo>
                    <a:pt x="806155" y="1063540"/>
                  </a:lnTo>
                  <a:lnTo>
                    <a:pt x="845219" y="1018220"/>
                  </a:lnTo>
                  <a:lnTo>
                    <a:pt x="882702" y="971584"/>
                  </a:lnTo>
                  <a:lnTo>
                    <a:pt x="918560" y="923687"/>
                  </a:lnTo>
                  <a:lnTo>
                    <a:pt x="952751" y="874586"/>
                  </a:lnTo>
                  <a:lnTo>
                    <a:pt x="985234" y="824339"/>
                  </a:lnTo>
                  <a:lnTo>
                    <a:pt x="1015971" y="773005"/>
                  </a:lnTo>
                  <a:lnTo>
                    <a:pt x="1044926" y="720646"/>
                  </a:lnTo>
                  <a:lnTo>
                    <a:pt x="1072064" y="667322"/>
                  </a:lnTo>
                  <a:lnTo>
                    <a:pt x="1097353" y="613097"/>
                  </a:lnTo>
                  <a:lnTo>
                    <a:pt x="1120763" y="558034"/>
                  </a:lnTo>
                  <a:lnTo>
                    <a:pt x="1142268" y="502200"/>
                  </a:lnTo>
                  <a:lnTo>
                    <a:pt x="1161840" y="445659"/>
                  </a:lnTo>
                  <a:lnTo>
                    <a:pt x="1179458" y="388479"/>
                  </a:lnTo>
                  <a:lnTo>
                    <a:pt x="1195100" y="330728"/>
                  </a:lnTo>
                  <a:lnTo>
                    <a:pt x="1208748" y="272473"/>
                  </a:lnTo>
                  <a:lnTo>
                    <a:pt x="1220386" y="213783"/>
                  </a:lnTo>
                  <a:lnTo>
                    <a:pt x="1229999" y="154728"/>
                  </a:lnTo>
                  <a:lnTo>
                    <a:pt x="1237578" y="95378"/>
                  </a:lnTo>
                  <a:lnTo>
                    <a:pt x="1175787" y="88565"/>
                  </a:lnTo>
                  <a:lnTo>
                    <a:pt x="1113997" y="81752"/>
                  </a:lnTo>
                  <a:lnTo>
                    <a:pt x="1052207" y="74940"/>
                  </a:lnTo>
                  <a:lnTo>
                    <a:pt x="990417" y="68127"/>
                  </a:lnTo>
                  <a:lnTo>
                    <a:pt x="928627" y="61314"/>
                  </a:lnTo>
                  <a:lnTo>
                    <a:pt x="866837" y="54501"/>
                  </a:lnTo>
                  <a:lnTo>
                    <a:pt x="805046" y="47689"/>
                  </a:lnTo>
                  <a:lnTo>
                    <a:pt x="743256" y="40876"/>
                  </a:lnTo>
                  <a:lnTo>
                    <a:pt x="681466" y="34063"/>
                  </a:lnTo>
                  <a:lnTo>
                    <a:pt x="619676" y="27250"/>
                  </a:lnTo>
                  <a:lnTo>
                    <a:pt x="557886" y="20438"/>
                  </a:lnTo>
                  <a:lnTo>
                    <a:pt x="496096" y="13625"/>
                  </a:lnTo>
                  <a:lnTo>
                    <a:pt x="434306" y="6812"/>
                  </a:lnTo>
                  <a:lnTo>
                    <a:pt x="372515" y="0"/>
                  </a:lnTo>
                  <a:lnTo>
                    <a:pt x="363473" y="61655"/>
                  </a:lnTo>
                  <a:lnTo>
                    <a:pt x="350042" y="122506"/>
                  </a:lnTo>
                  <a:lnTo>
                    <a:pt x="332291" y="182239"/>
                  </a:lnTo>
                  <a:lnTo>
                    <a:pt x="310312" y="240549"/>
                  </a:lnTo>
                  <a:lnTo>
                    <a:pt x="284216" y="297137"/>
                  </a:lnTo>
                  <a:lnTo>
                    <a:pt x="254138" y="351713"/>
                  </a:lnTo>
                  <a:lnTo>
                    <a:pt x="220232" y="403996"/>
                  </a:lnTo>
                  <a:lnTo>
                    <a:pt x="182672" y="453720"/>
                  </a:lnTo>
                  <a:lnTo>
                    <a:pt x="141650" y="500628"/>
                  </a:lnTo>
                  <a:lnTo>
                    <a:pt x="97377" y="544480"/>
                  </a:lnTo>
                  <a:lnTo>
                    <a:pt x="50079" y="585052"/>
                  </a:lnTo>
                  <a:close/>
                </a:path>
              </a:pathLst>
            </a:cu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2560046" y="4616283"/>
              <a:ext cx="1492848" cy="1022905"/>
            </a:xfrm>
            <a:custGeom>
              <a:avLst/>
              <a:pathLst>
                <a:path w="1492848" h="1022905">
                  <a:moveTo>
                    <a:pt x="253878" y="114936"/>
                  </a:moveTo>
                  <a:lnTo>
                    <a:pt x="235744" y="174397"/>
                  </a:lnTo>
                  <a:lnTo>
                    <a:pt x="217609" y="233858"/>
                  </a:lnTo>
                  <a:lnTo>
                    <a:pt x="199475" y="293318"/>
                  </a:lnTo>
                  <a:lnTo>
                    <a:pt x="181341" y="352779"/>
                  </a:lnTo>
                  <a:lnTo>
                    <a:pt x="163207" y="412240"/>
                  </a:lnTo>
                  <a:lnTo>
                    <a:pt x="145073" y="471701"/>
                  </a:lnTo>
                  <a:lnTo>
                    <a:pt x="126939" y="531162"/>
                  </a:lnTo>
                  <a:lnTo>
                    <a:pt x="108804" y="590622"/>
                  </a:lnTo>
                  <a:lnTo>
                    <a:pt x="90670" y="650083"/>
                  </a:lnTo>
                  <a:lnTo>
                    <a:pt x="72536" y="709544"/>
                  </a:lnTo>
                  <a:lnTo>
                    <a:pt x="54402" y="769005"/>
                  </a:lnTo>
                  <a:lnTo>
                    <a:pt x="36268" y="828466"/>
                  </a:lnTo>
                  <a:lnTo>
                    <a:pt x="18134" y="887926"/>
                  </a:lnTo>
                  <a:lnTo>
                    <a:pt x="0" y="947387"/>
                  </a:lnTo>
                  <a:lnTo>
                    <a:pt x="57768" y="963921"/>
                  </a:lnTo>
                  <a:lnTo>
                    <a:pt x="116073" y="978451"/>
                  </a:lnTo>
                  <a:lnTo>
                    <a:pt x="174844" y="990960"/>
                  </a:lnTo>
                  <a:lnTo>
                    <a:pt x="234013" y="1001433"/>
                  </a:lnTo>
                  <a:lnTo>
                    <a:pt x="293507" y="1009857"/>
                  </a:lnTo>
                  <a:lnTo>
                    <a:pt x="353257" y="1016223"/>
                  </a:lnTo>
                  <a:lnTo>
                    <a:pt x="413191" y="1020522"/>
                  </a:lnTo>
                  <a:lnTo>
                    <a:pt x="473238" y="1022751"/>
                  </a:lnTo>
                  <a:lnTo>
                    <a:pt x="533326" y="1022905"/>
                  </a:lnTo>
                  <a:lnTo>
                    <a:pt x="593383" y="1020986"/>
                  </a:lnTo>
                  <a:lnTo>
                    <a:pt x="653339" y="1016994"/>
                  </a:lnTo>
                  <a:lnTo>
                    <a:pt x="713120" y="1010936"/>
                  </a:lnTo>
                  <a:lnTo>
                    <a:pt x="772657" y="1002817"/>
                  </a:lnTo>
                  <a:lnTo>
                    <a:pt x="831879" y="992649"/>
                  </a:lnTo>
                  <a:lnTo>
                    <a:pt x="890714" y="980442"/>
                  </a:lnTo>
                  <a:lnTo>
                    <a:pt x="949093" y="966212"/>
                  </a:lnTo>
                  <a:lnTo>
                    <a:pt x="1006946" y="949976"/>
                  </a:lnTo>
                  <a:lnTo>
                    <a:pt x="1064203" y="931752"/>
                  </a:lnTo>
                  <a:lnTo>
                    <a:pt x="1120798" y="911563"/>
                  </a:lnTo>
                  <a:lnTo>
                    <a:pt x="1176662" y="889433"/>
                  </a:lnTo>
                  <a:lnTo>
                    <a:pt x="1231730" y="865387"/>
                  </a:lnTo>
                  <a:lnTo>
                    <a:pt x="1285934" y="839455"/>
                  </a:lnTo>
                  <a:lnTo>
                    <a:pt x="1339211" y="811668"/>
                  </a:lnTo>
                  <a:lnTo>
                    <a:pt x="1391497" y="782058"/>
                  </a:lnTo>
                  <a:lnTo>
                    <a:pt x="1442730" y="750661"/>
                  </a:lnTo>
                  <a:lnTo>
                    <a:pt x="1492848" y="717514"/>
                  </a:lnTo>
                  <a:lnTo>
                    <a:pt x="1457667" y="666263"/>
                  </a:lnTo>
                  <a:lnTo>
                    <a:pt x="1422485" y="615012"/>
                  </a:lnTo>
                  <a:lnTo>
                    <a:pt x="1387303" y="563761"/>
                  </a:lnTo>
                  <a:lnTo>
                    <a:pt x="1352121" y="512510"/>
                  </a:lnTo>
                  <a:lnTo>
                    <a:pt x="1316939" y="461259"/>
                  </a:lnTo>
                  <a:lnTo>
                    <a:pt x="1281757" y="410008"/>
                  </a:lnTo>
                  <a:lnTo>
                    <a:pt x="1246575" y="358757"/>
                  </a:lnTo>
                  <a:lnTo>
                    <a:pt x="1211393" y="307506"/>
                  </a:lnTo>
                  <a:lnTo>
                    <a:pt x="1176212" y="256255"/>
                  </a:lnTo>
                  <a:lnTo>
                    <a:pt x="1141030" y="205004"/>
                  </a:lnTo>
                  <a:lnTo>
                    <a:pt x="1105848" y="153753"/>
                  </a:lnTo>
                  <a:lnTo>
                    <a:pt x="1070666" y="102502"/>
                  </a:lnTo>
                  <a:lnTo>
                    <a:pt x="1035484" y="51251"/>
                  </a:lnTo>
                  <a:lnTo>
                    <a:pt x="1000302" y="0"/>
                  </a:lnTo>
                  <a:lnTo>
                    <a:pt x="949626" y="32271"/>
                  </a:lnTo>
                  <a:lnTo>
                    <a:pt x="896845" y="60970"/>
                  </a:lnTo>
                  <a:lnTo>
                    <a:pt x="842209" y="85959"/>
                  </a:lnTo>
                  <a:lnTo>
                    <a:pt x="785980" y="107118"/>
                  </a:lnTo>
                  <a:lnTo>
                    <a:pt x="728424" y="124348"/>
                  </a:lnTo>
                  <a:lnTo>
                    <a:pt x="669817" y="137567"/>
                  </a:lnTo>
                  <a:lnTo>
                    <a:pt x="610438" y="146710"/>
                  </a:lnTo>
                  <a:lnTo>
                    <a:pt x="550570" y="151735"/>
                  </a:lnTo>
                  <a:lnTo>
                    <a:pt x="490497" y="152618"/>
                  </a:lnTo>
                  <a:lnTo>
                    <a:pt x="430507" y="149354"/>
                  </a:lnTo>
                  <a:lnTo>
                    <a:pt x="370884" y="141959"/>
                  </a:lnTo>
                  <a:lnTo>
                    <a:pt x="311914" y="130468"/>
                  </a:lnTo>
                  <a:close/>
                </a:path>
              </a:pathLst>
            </a:cu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1363748" y="4076191"/>
              <a:ext cx="1450176" cy="1487480"/>
            </a:xfrm>
            <a:custGeom>
              <a:avLst/>
              <a:pathLst>
                <a:path w="1450176" h="1487480">
                  <a:moveTo>
                    <a:pt x="852027" y="0"/>
                  </a:moveTo>
                  <a:lnTo>
                    <a:pt x="791168" y="12673"/>
                  </a:lnTo>
                  <a:lnTo>
                    <a:pt x="730309" y="25346"/>
                  </a:lnTo>
                  <a:lnTo>
                    <a:pt x="669450" y="38019"/>
                  </a:lnTo>
                  <a:lnTo>
                    <a:pt x="608591" y="50692"/>
                  </a:lnTo>
                  <a:lnTo>
                    <a:pt x="547731" y="63365"/>
                  </a:lnTo>
                  <a:lnTo>
                    <a:pt x="486872" y="76038"/>
                  </a:lnTo>
                  <a:lnTo>
                    <a:pt x="426013" y="88711"/>
                  </a:lnTo>
                  <a:lnTo>
                    <a:pt x="365154" y="101384"/>
                  </a:lnTo>
                  <a:lnTo>
                    <a:pt x="304295" y="114057"/>
                  </a:lnTo>
                  <a:lnTo>
                    <a:pt x="243436" y="126730"/>
                  </a:lnTo>
                  <a:lnTo>
                    <a:pt x="182577" y="139403"/>
                  </a:lnTo>
                  <a:lnTo>
                    <a:pt x="121718" y="152076"/>
                  </a:lnTo>
                  <a:lnTo>
                    <a:pt x="60859" y="164749"/>
                  </a:lnTo>
                  <a:lnTo>
                    <a:pt x="0" y="177422"/>
                  </a:lnTo>
                  <a:lnTo>
                    <a:pt x="13253" y="235988"/>
                  </a:lnTo>
                  <a:lnTo>
                    <a:pt x="28519" y="294062"/>
                  </a:lnTo>
                  <a:lnTo>
                    <a:pt x="45778" y="351574"/>
                  </a:lnTo>
                  <a:lnTo>
                    <a:pt x="65011" y="408458"/>
                  </a:lnTo>
                  <a:lnTo>
                    <a:pt x="86195" y="464644"/>
                  </a:lnTo>
                  <a:lnTo>
                    <a:pt x="109304" y="520066"/>
                  </a:lnTo>
                  <a:lnTo>
                    <a:pt x="134311" y="574657"/>
                  </a:lnTo>
                  <a:lnTo>
                    <a:pt x="161187" y="628354"/>
                  </a:lnTo>
                  <a:lnTo>
                    <a:pt x="189898" y="681092"/>
                  </a:lnTo>
                  <a:lnTo>
                    <a:pt x="220411" y="732808"/>
                  </a:lnTo>
                  <a:lnTo>
                    <a:pt x="252690" y="783441"/>
                  </a:lnTo>
                  <a:lnTo>
                    <a:pt x="286696" y="832930"/>
                  </a:lnTo>
                  <a:lnTo>
                    <a:pt x="322389" y="881217"/>
                  </a:lnTo>
                  <a:lnTo>
                    <a:pt x="359726" y="928244"/>
                  </a:lnTo>
                  <a:lnTo>
                    <a:pt x="398664" y="973956"/>
                  </a:lnTo>
                  <a:lnTo>
                    <a:pt x="439154" y="1018297"/>
                  </a:lnTo>
                  <a:lnTo>
                    <a:pt x="481150" y="1061215"/>
                  </a:lnTo>
                  <a:lnTo>
                    <a:pt x="524602" y="1102659"/>
                  </a:lnTo>
                  <a:lnTo>
                    <a:pt x="569457" y="1142579"/>
                  </a:lnTo>
                  <a:lnTo>
                    <a:pt x="615662" y="1180929"/>
                  </a:lnTo>
                  <a:lnTo>
                    <a:pt x="663162" y="1217662"/>
                  </a:lnTo>
                  <a:lnTo>
                    <a:pt x="711902" y="1252735"/>
                  </a:lnTo>
                  <a:lnTo>
                    <a:pt x="761822" y="1286105"/>
                  </a:lnTo>
                  <a:lnTo>
                    <a:pt x="812863" y="1317735"/>
                  </a:lnTo>
                  <a:lnTo>
                    <a:pt x="864965" y="1347584"/>
                  </a:lnTo>
                  <a:lnTo>
                    <a:pt x="918065" y="1375619"/>
                  </a:lnTo>
                  <a:lnTo>
                    <a:pt x="972101" y="1401806"/>
                  </a:lnTo>
                  <a:lnTo>
                    <a:pt x="1027008" y="1426113"/>
                  </a:lnTo>
                  <a:lnTo>
                    <a:pt x="1082721" y="1448512"/>
                  </a:lnTo>
                  <a:lnTo>
                    <a:pt x="1139173" y="1468975"/>
                  </a:lnTo>
                  <a:lnTo>
                    <a:pt x="1196298" y="1487480"/>
                  </a:lnTo>
                  <a:lnTo>
                    <a:pt x="1214432" y="1428019"/>
                  </a:lnTo>
                  <a:lnTo>
                    <a:pt x="1232566" y="1368558"/>
                  </a:lnTo>
                  <a:lnTo>
                    <a:pt x="1250700" y="1309097"/>
                  </a:lnTo>
                  <a:lnTo>
                    <a:pt x="1268834" y="1249637"/>
                  </a:lnTo>
                  <a:lnTo>
                    <a:pt x="1286969" y="1190176"/>
                  </a:lnTo>
                  <a:lnTo>
                    <a:pt x="1305103" y="1130715"/>
                  </a:lnTo>
                  <a:lnTo>
                    <a:pt x="1323237" y="1071254"/>
                  </a:lnTo>
                  <a:lnTo>
                    <a:pt x="1341371" y="1011793"/>
                  </a:lnTo>
                  <a:lnTo>
                    <a:pt x="1359505" y="952333"/>
                  </a:lnTo>
                  <a:lnTo>
                    <a:pt x="1377639" y="892872"/>
                  </a:lnTo>
                  <a:lnTo>
                    <a:pt x="1395774" y="833411"/>
                  </a:lnTo>
                  <a:lnTo>
                    <a:pt x="1413908" y="773950"/>
                  </a:lnTo>
                  <a:lnTo>
                    <a:pt x="1432042" y="714489"/>
                  </a:lnTo>
                  <a:lnTo>
                    <a:pt x="1450176" y="655028"/>
                  </a:lnTo>
                  <a:lnTo>
                    <a:pt x="1391519" y="634828"/>
                  </a:lnTo>
                  <a:lnTo>
                    <a:pt x="1334450" y="610500"/>
                  </a:lnTo>
                  <a:lnTo>
                    <a:pt x="1279258" y="582168"/>
                  </a:lnTo>
                  <a:lnTo>
                    <a:pt x="1226226" y="549976"/>
                  </a:lnTo>
                  <a:lnTo>
                    <a:pt x="1175621" y="514088"/>
                  </a:lnTo>
                  <a:lnTo>
                    <a:pt x="1127702" y="474687"/>
                  </a:lnTo>
                  <a:lnTo>
                    <a:pt x="1082711" y="431972"/>
                  </a:lnTo>
                  <a:lnTo>
                    <a:pt x="1040878" y="386160"/>
                  </a:lnTo>
                  <a:lnTo>
                    <a:pt x="1002414" y="337485"/>
                  </a:lnTo>
                  <a:lnTo>
                    <a:pt x="967515" y="286193"/>
                  </a:lnTo>
                  <a:lnTo>
                    <a:pt x="936360" y="232546"/>
                  </a:lnTo>
                  <a:lnTo>
                    <a:pt x="909105" y="176815"/>
                  </a:lnTo>
                  <a:lnTo>
                    <a:pt x="885889" y="119284"/>
                  </a:lnTo>
                  <a:lnTo>
                    <a:pt x="866831" y="60246"/>
                  </a:lnTo>
                  <a:close/>
                </a:path>
              </a:pathLst>
            </a:cu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1327209" y="2641815"/>
              <a:ext cx="1138558" cy="1611798"/>
            </a:xfrm>
            <a:custGeom>
              <a:avLst/>
              <a:pathLst>
                <a:path w="1138558" h="1611798">
                  <a:moveTo>
                    <a:pt x="1138558" y="628476"/>
                  </a:moveTo>
                  <a:lnTo>
                    <a:pt x="1095556" y="583585"/>
                  </a:lnTo>
                  <a:lnTo>
                    <a:pt x="1052553" y="538694"/>
                  </a:lnTo>
                  <a:lnTo>
                    <a:pt x="1009551" y="493803"/>
                  </a:lnTo>
                  <a:lnTo>
                    <a:pt x="966548" y="448912"/>
                  </a:lnTo>
                  <a:lnTo>
                    <a:pt x="923546" y="404020"/>
                  </a:lnTo>
                  <a:lnTo>
                    <a:pt x="880543" y="359129"/>
                  </a:lnTo>
                  <a:lnTo>
                    <a:pt x="837540" y="314238"/>
                  </a:lnTo>
                  <a:lnTo>
                    <a:pt x="794538" y="269347"/>
                  </a:lnTo>
                  <a:lnTo>
                    <a:pt x="751535" y="224456"/>
                  </a:lnTo>
                  <a:lnTo>
                    <a:pt x="708533" y="179564"/>
                  </a:lnTo>
                  <a:lnTo>
                    <a:pt x="665530" y="134673"/>
                  </a:lnTo>
                  <a:lnTo>
                    <a:pt x="622528" y="89782"/>
                  </a:lnTo>
                  <a:lnTo>
                    <a:pt x="579525" y="44891"/>
                  </a:lnTo>
                  <a:lnTo>
                    <a:pt x="536523" y="0"/>
                  </a:lnTo>
                  <a:lnTo>
                    <a:pt x="493394" y="42782"/>
                  </a:lnTo>
                  <a:lnTo>
                    <a:pt x="451784" y="87044"/>
                  </a:lnTo>
                  <a:lnTo>
                    <a:pt x="411744" y="132730"/>
                  </a:lnTo>
                  <a:lnTo>
                    <a:pt x="373322" y="179786"/>
                  </a:lnTo>
                  <a:lnTo>
                    <a:pt x="336567" y="228154"/>
                  </a:lnTo>
                  <a:lnTo>
                    <a:pt x="301521" y="277776"/>
                  </a:lnTo>
                  <a:lnTo>
                    <a:pt x="268228" y="328590"/>
                  </a:lnTo>
                  <a:lnTo>
                    <a:pt x="236729" y="380534"/>
                  </a:lnTo>
                  <a:lnTo>
                    <a:pt x="207061" y="433547"/>
                  </a:lnTo>
                  <a:lnTo>
                    <a:pt x="179262" y="487562"/>
                  </a:lnTo>
                  <a:lnTo>
                    <a:pt x="153364" y="542515"/>
                  </a:lnTo>
                  <a:lnTo>
                    <a:pt x="129400" y="598338"/>
                  </a:lnTo>
                  <a:lnTo>
                    <a:pt x="107398" y="654963"/>
                  </a:lnTo>
                  <a:lnTo>
                    <a:pt x="87386" y="712321"/>
                  </a:lnTo>
                  <a:lnTo>
                    <a:pt x="69388" y="770343"/>
                  </a:lnTo>
                  <a:lnTo>
                    <a:pt x="53425" y="828957"/>
                  </a:lnTo>
                  <a:lnTo>
                    <a:pt x="39517" y="888093"/>
                  </a:lnTo>
                  <a:lnTo>
                    <a:pt x="27681" y="947678"/>
                  </a:lnTo>
                  <a:lnTo>
                    <a:pt x="17932" y="1007640"/>
                  </a:lnTo>
                  <a:lnTo>
                    <a:pt x="10281" y="1067906"/>
                  </a:lnTo>
                  <a:lnTo>
                    <a:pt x="4738" y="1128401"/>
                  </a:lnTo>
                  <a:lnTo>
                    <a:pt x="1310" y="1189054"/>
                  </a:lnTo>
                  <a:lnTo>
                    <a:pt x="0" y="1249789"/>
                  </a:lnTo>
                  <a:lnTo>
                    <a:pt x="810" y="1310533"/>
                  </a:lnTo>
                  <a:lnTo>
                    <a:pt x="3739" y="1371211"/>
                  </a:lnTo>
                  <a:lnTo>
                    <a:pt x="8784" y="1431751"/>
                  </a:lnTo>
                  <a:lnTo>
                    <a:pt x="15938" y="1492077"/>
                  </a:lnTo>
                  <a:lnTo>
                    <a:pt x="25194" y="1552117"/>
                  </a:lnTo>
                  <a:lnTo>
                    <a:pt x="36538" y="1611798"/>
                  </a:lnTo>
                  <a:lnTo>
                    <a:pt x="97397" y="1599125"/>
                  </a:lnTo>
                  <a:lnTo>
                    <a:pt x="158257" y="1586452"/>
                  </a:lnTo>
                  <a:lnTo>
                    <a:pt x="219116" y="1573779"/>
                  </a:lnTo>
                  <a:lnTo>
                    <a:pt x="279975" y="1561106"/>
                  </a:lnTo>
                  <a:lnTo>
                    <a:pt x="340834" y="1548433"/>
                  </a:lnTo>
                  <a:lnTo>
                    <a:pt x="401693" y="1535760"/>
                  </a:lnTo>
                  <a:lnTo>
                    <a:pt x="462552" y="1523087"/>
                  </a:lnTo>
                  <a:lnTo>
                    <a:pt x="523411" y="1510414"/>
                  </a:lnTo>
                  <a:lnTo>
                    <a:pt x="584270" y="1497741"/>
                  </a:lnTo>
                  <a:lnTo>
                    <a:pt x="645129" y="1485068"/>
                  </a:lnTo>
                  <a:lnTo>
                    <a:pt x="705988" y="1472395"/>
                  </a:lnTo>
                  <a:lnTo>
                    <a:pt x="766848" y="1459722"/>
                  </a:lnTo>
                  <a:lnTo>
                    <a:pt x="827707" y="1447049"/>
                  </a:lnTo>
                  <a:lnTo>
                    <a:pt x="888566" y="1434376"/>
                  </a:lnTo>
                  <a:lnTo>
                    <a:pt x="877975" y="1372365"/>
                  </a:lnTo>
                  <a:lnTo>
                    <a:pt x="871892" y="1309752"/>
                  </a:lnTo>
                  <a:lnTo>
                    <a:pt x="870347" y="1246862"/>
                  </a:lnTo>
                  <a:lnTo>
                    <a:pt x="873350" y="1184025"/>
                  </a:lnTo>
                  <a:lnTo>
                    <a:pt x="880883" y="1121570"/>
                  </a:lnTo>
                  <a:lnTo>
                    <a:pt x="892909" y="1059822"/>
                  </a:lnTo>
                  <a:lnTo>
                    <a:pt x="909363" y="999103"/>
                  </a:lnTo>
                  <a:lnTo>
                    <a:pt x="930161" y="939732"/>
                  </a:lnTo>
                  <a:lnTo>
                    <a:pt x="955193" y="882019"/>
                  </a:lnTo>
                  <a:lnTo>
                    <a:pt x="984329" y="826264"/>
                  </a:lnTo>
                  <a:lnTo>
                    <a:pt x="1017415" y="772760"/>
                  </a:lnTo>
                  <a:lnTo>
                    <a:pt x="1054281" y="721785"/>
                  </a:lnTo>
                  <a:lnTo>
                    <a:pt x="1094732" y="673607"/>
                  </a:lnTo>
                  <a:close/>
                </a:path>
              </a:pathLst>
            </a:cu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1863733" y="2158160"/>
              <a:ext cx="1204070" cy="1112131"/>
            </a:xfrm>
            <a:custGeom>
              <a:avLst/>
              <a:pathLst>
                <a:path w="1204070" h="1112131">
                  <a:moveTo>
                    <a:pt x="1204070" y="870304"/>
                  </a:moveTo>
                  <a:lnTo>
                    <a:pt x="1204070" y="808139"/>
                  </a:lnTo>
                  <a:lnTo>
                    <a:pt x="1204070" y="745975"/>
                  </a:lnTo>
                  <a:lnTo>
                    <a:pt x="1204070" y="683810"/>
                  </a:lnTo>
                  <a:lnTo>
                    <a:pt x="1204070" y="621645"/>
                  </a:lnTo>
                  <a:lnTo>
                    <a:pt x="1204070" y="559481"/>
                  </a:lnTo>
                  <a:lnTo>
                    <a:pt x="1204070" y="497316"/>
                  </a:lnTo>
                  <a:lnTo>
                    <a:pt x="1204070" y="435152"/>
                  </a:lnTo>
                  <a:lnTo>
                    <a:pt x="1204070" y="372987"/>
                  </a:lnTo>
                  <a:lnTo>
                    <a:pt x="1204070" y="310822"/>
                  </a:lnTo>
                  <a:lnTo>
                    <a:pt x="1204070" y="248658"/>
                  </a:lnTo>
                  <a:lnTo>
                    <a:pt x="1204070" y="186493"/>
                  </a:lnTo>
                  <a:lnTo>
                    <a:pt x="1204070" y="124329"/>
                  </a:lnTo>
                  <a:lnTo>
                    <a:pt x="1204070" y="62164"/>
                  </a:lnTo>
                  <a:lnTo>
                    <a:pt x="1204070" y="0"/>
                  </a:lnTo>
                  <a:lnTo>
                    <a:pt x="1143642" y="1049"/>
                  </a:lnTo>
                  <a:lnTo>
                    <a:pt x="1083288" y="4195"/>
                  </a:lnTo>
                  <a:lnTo>
                    <a:pt x="1023078" y="9435"/>
                  </a:lnTo>
                  <a:lnTo>
                    <a:pt x="963088" y="16762"/>
                  </a:lnTo>
                  <a:lnTo>
                    <a:pt x="903387" y="26167"/>
                  </a:lnTo>
                  <a:lnTo>
                    <a:pt x="844049" y="37639"/>
                  </a:lnTo>
                  <a:lnTo>
                    <a:pt x="785145" y="51164"/>
                  </a:lnTo>
                  <a:lnTo>
                    <a:pt x="726747" y="66726"/>
                  </a:lnTo>
                  <a:lnTo>
                    <a:pt x="668923" y="84306"/>
                  </a:lnTo>
                  <a:lnTo>
                    <a:pt x="611745" y="103883"/>
                  </a:lnTo>
                  <a:lnTo>
                    <a:pt x="555281" y="125433"/>
                  </a:lnTo>
                  <a:lnTo>
                    <a:pt x="499599" y="148930"/>
                  </a:lnTo>
                  <a:lnTo>
                    <a:pt x="444767" y="174346"/>
                  </a:lnTo>
                  <a:lnTo>
                    <a:pt x="390849" y="201650"/>
                  </a:lnTo>
                  <a:lnTo>
                    <a:pt x="337913" y="230810"/>
                  </a:lnTo>
                  <a:lnTo>
                    <a:pt x="286020" y="261790"/>
                  </a:lnTo>
                  <a:lnTo>
                    <a:pt x="235234" y="294553"/>
                  </a:lnTo>
                  <a:lnTo>
                    <a:pt x="185617" y="329059"/>
                  </a:lnTo>
                  <a:lnTo>
                    <a:pt x="137227" y="365267"/>
                  </a:lnTo>
                  <a:lnTo>
                    <a:pt x="90123" y="403133"/>
                  </a:lnTo>
                  <a:lnTo>
                    <a:pt x="44362" y="442611"/>
                  </a:lnTo>
                  <a:lnTo>
                    <a:pt x="0" y="483654"/>
                  </a:lnTo>
                  <a:lnTo>
                    <a:pt x="43002" y="528545"/>
                  </a:lnTo>
                  <a:lnTo>
                    <a:pt x="86005" y="573437"/>
                  </a:lnTo>
                  <a:lnTo>
                    <a:pt x="129007" y="618328"/>
                  </a:lnTo>
                  <a:lnTo>
                    <a:pt x="172010" y="663219"/>
                  </a:lnTo>
                  <a:lnTo>
                    <a:pt x="215012" y="708110"/>
                  </a:lnTo>
                  <a:lnTo>
                    <a:pt x="258015" y="753002"/>
                  </a:lnTo>
                  <a:lnTo>
                    <a:pt x="301017" y="797893"/>
                  </a:lnTo>
                  <a:lnTo>
                    <a:pt x="344020" y="842784"/>
                  </a:lnTo>
                  <a:lnTo>
                    <a:pt x="387022" y="887675"/>
                  </a:lnTo>
                  <a:lnTo>
                    <a:pt x="430025" y="932566"/>
                  </a:lnTo>
                  <a:lnTo>
                    <a:pt x="473027" y="977458"/>
                  </a:lnTo>
                  <a:lnTo>
                    <a:pt x="516030" y="1022349"/>
                  </a:lnTo>
                  <a:lnTo>
                    <a:pt x="559032" y="1067240"/>
                  </a:lnTo>
                  <a:lnTo>
                    <a:pt x="602035" y="1112131"/>
                  </a:lnTo>
                  <a:lnTo>
                    <a:pt x="647096" y="1071870"/>
                  </a:lnTo>
                  <a:lnTo>
                    <a:pt x="694843" y="1034833"/>
                  </a:lnTo>
                  <a:lnTo>
                    <a:pt x="745045" y="1001199"/>
                  </a:lnTo>
                  <a:lnTo>
                    <a:pt x="797460" y="971129"/>
                  </a:lnTo>
                  <a:lnTo>
                    <a:pt x="851834" y="944769"/>
                  </a:lnTo>
                  <a:lnTo>
                    <a:pt x="907907" y="922245"/>
                  </a:lnTo>
                  <a:lnTo>
                    <a:pt x="965408" y="903667"/>
                  </a:lnTo>
                  <a:lnTo>
                    <a:pt x="1024060" y="889124"/>
                  </a:lnTo>
                  <a:lnTo>
                    <a:pt x="1083579" y="878685"/>
                  </a:lnTo>
                  <a:lnTo>
                    <a:pt x="1143679" y="872402"/>
                  </a:lnTo>
                  <a:close/>
                </a:path>
              </a:pathLst>
            </a:cu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3428456" y="2641564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108246" y="3461374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970862" y="4482915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049510" y="5102527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886832" y="4692570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603990" y="3425502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364243" y="2600896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746037" y="1285278"/>
              <a:ext cx="643532" cy="221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6066017" y="1723008"/>
              <a:ext cx="59964" cy="43515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6095999" y="1920804"/>
              <a:ext cx="0" cy="3955928"/>
            </a:xfrm>
            <a:custGeom>
              <a:avLst/>
              <a:pathLst>
                <a:path w="0" h="3955928">
                  <a:moveTo>
                    <a:pt x="0" y="3955928"/>
                  </a:move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6125982" y="1723008"/>
              <a:ext cx="5996428" cy="43515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69589" y="6074529"/>
              <a:ext cx="12052821" cy="3481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67978" y="6162289"/>
              <a:ext cx="201455" cy="235864"/>
            </a:xfrm>
            <a:prstGeom prst="rect">
              <a:avLst/>
            </a:pr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2026587" y="6162289"/>
              <a:ext cx="201456" cy="235864"/>
            </a:xfrm>
            <a:prstGeom prst="rect">
              <a:avLst/>
            </a:pr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3460582" y="6162289"/>
              <a:ext cx="201456" cy="235864"/>
            </a:xfrm>
            <a:prstGeom prst="rect">
              <a:avLst/>
            </a:pr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5120130" y="6162289"/>
              <a:ext cx="201456" cy="235864"/>
            </a:xfrm>
            <a:prstGeom prst="rect">
              <a:avLst/>
            </a:pr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7021079" y="6162289"/>
              <a:ext cx="201455" cy="235864"/>
            </a:xfrm>
            <a:prstGeom prst="rect">
              <a:avLst/>
            </a:pr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9147580" y="6162289"/>
              <a:ext cx="201455" cy="235864"/>
            </a:xfrm>
            <a:prstGeom prst="rect">
              <a:avLst/>
            </a:pr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10156278" y="6162289"/>
              <a:ext cx="201455" cy="235864"/>
            </a:xfrm>
            <a:prstGeom prst="rect">
              <a:avLst/>
            </a:pr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954350" y="6236744"/>
              <a:ext cx="993576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Flourisher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312958" y="6193881"/>
              <a:ext cx="1073249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 Seeker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3746954" y="6193881"/>
              <a:ext cx="129867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Joyful Striver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406501" y="6196560"/>
              <a:ext cx="1536104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Purpose Seeker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7307450" y="6196560"/>
              <a:ext cx="1761529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Purposeful Striver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9433951" y="6234065"/>
              <a:ext cx="643830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Striver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10442649" y="6236744"/>
              <a:ext cx="1106685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Triumvirate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060715" y="1165807"/>
              <a:ext cx="70569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JAM TYPE DISTRIBUTION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9589" y="6074529"/>
              <a:ext cx="12052821" cy="3481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69589" y="1288850"/>
              <a:ext cx="5996428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6066017" y="1288850"/>
              <a:ext cx="59964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6125982" y="1288850"/>
              <a:ext cx="5996428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892042" y="1723008"/>
              <a:ext cx="4351521" cy="43515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3067803" y="2158160"/>
              <a:ext cx="1381339" cy="1211075"/>
            </a:xfrm>
            <a:custGeom>
              <a:avLst/>
              <a:pathLst>
                <a:path w="1381339" h="1211075">
                  <a:moveTo>
                    <a:pt x="690669" y="1211075"/>
                  </a:moveTo>
                  <a:lnTo>
                    <a:pt x="740003" y="1173251"/>
                  </a:lnTo>
                  <a:lnTo>
                    <a:pt x="789336" y="1135428"/>
                  </a:lnTo>
                  <a:lnTo>
                    <a:pt x="838670" y="1097604"/>
                  </a:lnTo>
                  <a:lnTo>
                    <a:pt x="888003" y="1059780"/>
                  </a:lnTo>
                  <a:lnTo>
                    <a:pt x="937337" y="1021956"/>
                  </a:lnTo>
                  <a:lnTo>
                    <a:pt x="986670" y="984132"/>
                  </a:lnTo>
                  <a:lnTo>
                    <a:pt x="1036004" y="946309"/>
                  </a:lnTo>
                  <a:lnTo>
                    <a:pt x="1085337" y="908485"/>
                  </a:lnTo>
                  <a:lnTo>
                    <a:pt x="1134671" y="870661"/>
                  </a:lnTo>
                  <a:lnTo>
                    <a:pt x="1184004" y="832837"/>
                  </a:lnTo>
                  <a:lnTo>
                    <a:pt x="1233338" y="795014"/>
                  </a:lnTo>
                  <a:lnTo>
                    <a:pt x="1282671" y="757190"/>
                  </a:lnTo>
                  <a:lnTo>
                    <a:pt x="1332005" y="719366"/>
                  </a:lnTo>
                  <a:lnTo>
                    <a:pt x="1381339" y="681542"/>
                  </a:lnTo>
                  <a:lnTo>
                    <a:pt x="1344592" y="635263"/>
                  </a:lnTo>
                  <a:lnTo>
                    <a:pt x="1306296" y="590257"/>
                  </a:lnTo>
                  <a:lnTo>
                    <a:pt x="1266495" y="546578"/>
                  </a:lnTo>
                  <a:lnTo>
                    <a:pt x="1225233" y="504275"/>
                  </a:lnTo>
                  <a:lnTo>
                    <a:pt x="1182559" y="463396"/>
                  </a:lnTo>
                  <a:lnTo>
                    <a:pt x="1138523" y="423990"/>
                  </a:lnTo>
                  <a:lnTo>
                    <a:pt x="1093174" y="386102"/>
                  </a:lnTo>
                  <a:lnTo>
                    <a:pt x="1046565" y="349774"/>
                  </a:lnTo>
                  <a:lnTo>
                    <a:pt x="998750" y="315050"/>
                  </a:lnTo>
                  <a:lnTo>
                    <a:pt x="949783" y="281969"/>
                  </a:lnTo>
                  <a:lnTo>
                    <a:pt x="899722" y="250569"/>
                  </a:lnTo>
                  <a:lnTo>
                    <a:pt x="848624" y="220886"/>
                  </a:lnTo>
                  <a:lnTo>
                    <a:pt x="796548" y="192955"/>
                  </a:lnTo>
                  <a:lnTo>
                    <a:pt x="743553" y="166808"/>
                  </a:lnTo>
                  <a:lnTo>
                    <a:pt x="689702" y="142475"/>
                  </a:lnTo>
                  <a:lnTo>
                    <a:pt x="635056" y="119984"/>
                  </a:lnTo>
                  <a:lnTo>
                    <a:pt x="579677" y="99361"/>
                  </a:lnTo>
                  <a:lnTo>
                    <a:pt x="523631" y="80630"/>
                  </a:lnTo>
                  <a:lnTo>
                    <a:pt x="466981" y="63811"/>
                  </a:lnTo>
                  <a:lnTo>
                    <a:pt x="409792" y="48926"/>
                  </a:lnTo>
                  <a:lnTo>
                    <a:pt x="352132" y="35991"/>
                  </a:lnTo>
                  <a:lnTo>
                    <a:pt x="294065" y="25020"/>
                  </a:lnTo>
                  <a:lnTo>
                    <a:pt x="235660" y="16026"/>
                  </a:lnTo>
                  <a:lnTo>
                    <a:pt x="176983" y="9021"/>
                  </a:lnTo>
                  <a:lnTo>
                    <a:pt x="118102" y="4011"/>
                  </a:lnTo>
                  <a:lnTo>
                    <a:pt x="59085" y="1003"/>
                  </a:lnTo>
                  <a:lnTo>
                    <a:pt x="0" y="0"/>
                  </a:lnTo>
                  <a:lnTo>
                    <a:pt x="0" y="62164"/>
                  </a:lnTo>
                  <a:lnTo>
                    <a:pt x="0" y="124329"/>
                  </a:lnTo>
                  <a:lnTo>
                    <a:pt x="0" y="186493"/>
                  </a:lnTo>
                  <a:lnTo>
                    <a:pt x="0" y="248658"/>
                  </a:lnTo>
                  <a:lnTo>
                    <a:pt x="0" y="310822"/>
                  </a:lnTo>
                  <a:lnTo>
                    <a:pt x="0" y="372987"/>
                  </a:lnTo>
                  <a:lnTo>
                    <a:pt x="0" y="435152"/>
                  </a:lnTo>
                  <a:lnTo>
                    <a:pt x="0" y="497316"/>
                  </a:lnTo>
                  <a:lnTo>
                    <a:pt x="0" y="559481"/>
                  </a:lnTo>
                  <a:lnTo>
                    <a:pt x="0" y="621645"/>
                  </a:lnTo>
                  <a:lnTo>
                    <a:pt x="0" y="683810"/>
                  </a:lnTo>
                  <a:lnTo>
                    <a:pt x="0" y="745975"/>
                  </a:lnTo>
                  <a:lnTo>
                    <a:pt x="0" y="808139"/>
                  </a:lnTo>
                  <a:lnTo>
                    <a:pt x="0" y="870304"/>
                  </a:lnTo>
                  <a:lnTo>
                    <a:pt x="61318" y="872467"/>
                  </a:lnTo>
                  <a:lnTo>
                    <a:pt x="122332" y="878944"/>
                  </a:lnTo>
                  <a:lnTo>
                    <a:pt x="182738" y="889705"/>
                  </a:lnTo>
                  <a:lnTo>
                    <a:pt x="242236" y="904695"/>
                  </a:lnTo>
                  <a:lnTo>
                    <a:pt x="300529" y="923839"/>
                  </a:lnTo>
                  <a:lnTo>
                    <a:pt x="357329" y="947043"/>
                  </a:lnTo>
                  <a:lnTo>
                    <a:pt x="412353" y="974192"/>
                  </a:lnTo>
                  <a:lnTo>
                    <a:pt x="465327" y="1005149"/>
                  </a:lnTo>
                  <a:lnTo>
                    <a:pt x="515989" y="1039763"/>
                  </a:lnTo>
                  <a:lnTo>
                    <a:pt x="564086" y="1077859"/>
                  </a:lnTo>
                  <a:lnTo>
                    <a:pt x="609379" y="1119250"/>
                  </a:lnTo>
                  <a:lnTo>
                    <a:pt x="651643" y="1163729"/>
                  </a:lnTo>
                  <a:close/>
                </a:path>
              </a:pathLst>
            </a:cu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3758472" y="2839702"/>
              <a:ext cx="1049911" cy="1249822"/>
            </a:xfrm>
            <a:custGeom>
              <a:avLst/>
              <a:pathLst>
                <a:path w="1049911" h="1249822">
                  <a:moveTo>
                    <a:pt x="174392" y="1154444"/>
                  </a:moveTo>
                  <a:lnTo>
                    <a:pt x="236182" y="1161256"/>
                  </a:lnTo>
                  <a:lnTo>
                    <a:pt x="297972" y="1168069"/>
                  </a:lnTo>
                  <a:lnTo>
                    <a:pt x="359763" y="1174882"/>
                  </a:lnTo>
                  <a:lnTo>
                    <a:pt x="421553" y="1181695"/>
                  </a:lnTo>
                  <a:lnTo>
                    <a:pt x="483343" y="1188507"/>
                  </a:lnTo>
                  <a:lnTo>
                    <a:pt x="545133" y="1195320"/>
                  </a:lnTo>
                  <a:lnTo>
                    <a:pt x="606923" y="1202133"/>
                  </a:lnTo>
                  <a:lnTo>
                    <a:pt x="668713" y="1208946"/>
                  </a:lnTo>
                  <a:lnTo>
                    <a:pt x="730503" y="1215758"/>
                  </a:lnTo>
                  <a:lnTo>
                    <a:pt x="792294" y="1222571"/>
                  </a:lnTo>
                  <a:lnTo>
                    <a:pt x="854084" y="1229384"/>
                  </a:lnTo>
                  <a:lnTo>
                    <a:pt x="915874" y="1236196"/>
                  </a:lnTo>
                  <a:lnTo>
                    <a:pt x="977664" y="1243009"/>
                  </a:lnTo>
                  <a:lnTo>
                    <a:pt x="1039454" y="1249822"/>
                  </a:lnTo>
                  <a:lnTo>
                    <a:pt x="1045034" y="1189643"/>
                  </a:lnTo>
                  <a:lnTo>
                    <a:pt x="1048521" y="1129307"/>
                  </a:lnTo>
                  <a:lnTo>
                    <a:pt x="1049911" y="1068887"/>
                  </a:lnTo>
                  <a:lnTo>
                    <a:pt x="1049202" y="1008454"/>
                  </a:lnTo>
                  <a:lnTo>
                    <a:pt x="1046397" y="948083"/>
                  </a:lnTo>
                  <a:lnTo>
                    <a:pt x="1041497" y="887845"/>
                  </a:lnTo>
                  <a:lnTo>
                    <a:pt x="1034508" y="827814"/>
                  </a:lnTo>
                  <a:lnTo>
                    <a:pt x="1025440" y="768061"/>
                  </a:lnTo>
                  <a:lnTo>
                    <a:pt x="1014303" y="708660"/>
                  </a:lnTo>
                  <a:lnTo>
                    <a:pt x="1001111" y="649680"/>
                  </a:lnTo>
                  <a:lnTo>
                    <a:pt x="985878" y="591195"/>
                  </a:lnTo>
                  <a:lnTo>
                    <a:pt x="968625" y="533273"/>
                  </a:lnTo>
                  <a:lnTo>
                    <a:pt x="949371" y="475985"/>
                  </a:lnTo>
                  <a:lnTo>
                    <a:pt x="928140" y="419401"/>
                  </a:lnTo>
                  <a:lnTo>
                    <a:pt x="904958" y="363587"/>
                  </a:lnTo>
                  <a:lnTo>
                    <a:pt x="879851" y="308612"/>
                  </a:lnTo>
                  <a:lnTo>
                    <a:pt x="852852" y="254541"/>
                  </a:lnTo>
                  <a:lnTo>
                    <a:pt x="823991" y="201441"/>
                  </a:lnTo>
                  <a:lnTo>
                    <a:pt x="793304" y="149374"/>
                  </a:lnTo>
                  <a:lnTo>
                    <a:pt x="760829" y="98405"/>
                  </a:lnTo>
                  <a:lnTo>
                    <a:pt x="726603" y="48593"/>
                  </a:lnTo>
                  <a:lnTo>
                    <a:pt x="690669" y="0"/>
                  </a:lnTo>
                  <a:lnTo>
                    <a:pt x="641335" y="37823"/>
                  </a:lnTo>
                  <a:lnTo>
                    <a:pt x="592002" y="75647"/>
                  </a:lnTo>
                  <a:lnTo>
                    <a:pt x="542668" y="113471"/>
                  </a:lnTo>
                  <a:lnTo>
                    <a:pt x="493335" y="151295"/>
                  </a:lnTo>
                  <a:lnTo>
                    <a:pt x="444001" y="189118"/>
                  </a:lnTo>
                  <a:lnTo>
                    <a:pt x="394668" y="226942"/>
                  </a:lnTo>
                  <a:lnTo>
                    <a:pt x="345334" y="264766"/>
                  </a:lnTo>
                  <a:lnTo>
                    <a:pt x="296001" y="302590"/>
                  </a:lnTo>
                  <a:lnTo>
                    <a:pt x="246667" y="340414"/>
                  </a:lnTo>
                  <a:lnTo>
                    <a:pt x="197334" y="378237"/>
                  </a:lnTo>
                  <a:lnTo>
                    <a:pt x="148000" y="416061"/>
                  </a:lnTo>
                  <a:lnTo>
                    <a:pt x="98667" y="453885"/>
                  </a:lnTo>
                  <a:lnTo>
                    <a:pt x="49333" y="491709"/>
                  </a:lnTo>
                  <a:lnTo>
                    <a:pt x="0" y="529532"/>
                  </a:lnTo>
                  <a:lnTo>
                    <a:pt x="35079" y="578735"/>
                  </a:lnTo>
                  <a:lnTo>
                    <a:pt x="66661" y="630253"/>
                  </a:lnTo>
                  <a:lnTo>
                    <a:pt x="94591" y="683839"/>
                  </a:lnTo>
                  <a:lnTo>
                    <a:pt x="118735" y="739233"/>
                  </a:lnTo>
                  <a:lnTo>
                    <a:pt x="138978" y="796169"/>
                  </a:lnTo>
                  <a:lnTo>
                    <a:pt x="155220" y="854373"/>
                  </a:lnTo>
                  <a:lnTo>
                    <a:pt x="167385" y="913563"/>
                  </a:lnTo>
                  <a:lnTo>
                    <a:pt x="175413" y="973455"/>
                  </a:lnTo>
                  <a:lnTo>
                    <a:pt x="179266" y="1033760"/>
                  </a:lnTo>
                  <a:lnTo>
                    <a:pt x="178925" y="1094186"/>
                  </a:lnTo>
                  <a:close/>
                </a:path>
              </a:pathLst>
            </a:cu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3560349" y="3994147"/>
              <a:ext cx="1237578" cy="1339651"/>
            </a:xfrm>
            <a:custGeom>
              <a:avLst/>
              <a:pathLst>
                <a:path w="1237578" h="1339651">
                  <a:moveTo>
                    <a:pt x="0" y="622136"/>
                  </a:moveTo>
                  <a:lnTo>
                    <a:pt x="35181" y="673387"/>
                  </a:lnTo>
                  <a:lnTo>
                    <a:pt x="70363" y="724638"/>
                  </a:lnTo>
                  <a:lnTo>
                    <a:pt x="105545" y="775889"/>
                  </a:lnTo>
                  <a:lnTo>
                    <a:pt x="140727" y="827140"/>
                  </a:lnTo>
                  <a:lnTo>
                    <a:pt x="175909" y="878391"/>
                  </a:lnTo>
                  <a:lnTo>
                    <a:pt x="211091" y="929643"/>
                  </a:lnTo>
                  <a:lnTo>
                    <a:pt x="246273" y="980894"/>
                  </a:lnTo>
                  <a:lnTo>
                    <a:pt x="281454" y="1032145"/>
                  </a:lnTo>
                  <a:lnTo>
                    <a:pt x="316636" y="1083396"/>
                  </a:lnTo>
                  <a:lnTo>
                    <a:pt x="351818" y="1134647"/>
                  </a:lnTo>
                  <a:lnTo>
                    <a:pt x="387000" y="1185898"/>
                  </a:lnTo>
                  <a:lnTo>
                    <a:pt x="422182" y="1237149"/>
                  </a:lnTo>
                  <a:lnTo>
                    <a:pt x="457364" y="1288400"/>
                  </a:lnTo>
                  <a:lnTo>
                    <a:pt x="492546" y="1339651"/>
                  </a:lnTo>
                  <a:lnTo>
                    <a:pt x="541285" y="1304946"/>
                  </a:lnTo>
                  <a:lnTo>
                    <a:pt x="588802" y="1268587"/>
                  </a:lnTo>
                  <a:lnTo>
                    <a:pt x="635042" y="1230616"/>
                  </a:lnTo>
                  <a:lnTo>
                    <a:pt x="679949" y="1191078"/>
                  </a:lnTo>
                  <a:lnTo>
                    <a:pt x="723471" y="1150020"/>
                  </a:lnTo>
                  <a:lnTo>
                    <a:pt x="765556" y="1107491"/>
                  </a:lnTo>
                  <a:lnTo>
                    <a:pt x="806155" y="1063540"/>
                  </a:lnTo>
                  <a:lnTo>
                    <a:pt x="845219" y="1018220"/>
                  </a:lnTo>
                  <a:lnTo>
                    <a:pt x="882702" y="971584"/>
                  </a:lnTo>
                  <a:lnTo>
                    <a:pt x="918560" y="923687"/>
                  </a:lnTo>
                  <a:lnTo>
                    <a:pt x="952751" y="874586"/>
                  </a:lnTo>
                  <a:lnTo>
                    <a:pt x="985234" y="824339"/>
                  </a:lnTo>
                  <a:lnTo>
                    <a:pt x="1015971" y="773005"/>
                  </a:lnTo>
                  <a:lnTo>
                    <a:pt x="1044926" y="720646"/>
                  </a:lnTo>
                  <a:lnTo>
                    <a:pt x="1072064" y="667322"/>
                  </a:lnTo>
                  <a:lnTo>
                    <a:pt x="1097353" y="613097"/>
                  </a:lnTo>
                  <a:lnTo>
                    <a:pt x="1120763" y="558034"/>
                  </a:lnTo>
                  <a:lnTo>
                    <a:pt x="1142268" y="502200"/>
                  </a:lnTo>
                  <a:lnTo>
                    <a:pt x="1161840" y="445659"/>
                  </a:lnTo>
                  <a:lnTo>
                    <a:pt x="1179458" y="388479"/>
                  </a:lnTo>
                  <a:lnTo>
                    <a:pt x="1195100" y="330728"/>
                  </a:lnTo>
                  <a:lnTo>
                    <a:pt x="1208748" y="272473"/>
                  </a:lnTo>
                  <a:lnTo>
                    <a:pt x="1220386" y="213783"/>
                  </a:lnTo>
                  <a:lnTo>
                    <a:pt x="1229999" y="154728"/>
                  </a:lnTo>
                  <a:lnTo>
                    <a:pt x="1237578" y="95378"/>
                  </a:lnTo>
                  <a:lnTo>
                    <a:pt x="1175787" y="88565"/>
                  </a:lnTo>
                  <a:lnTo>
                    <a:pt x="1113997" y="81752"/>
                  </a:lnTo>
                  <a:lnTo>
                    <a:pt x="1052207" y="74940"/>
                  </a:lnTo>
                  <a:lnTo>
                    <a:pt x="990417" y="68127"/>
                  </a:lnTo>
                  <a:lnTo>
                    <a:pt x="928627" y="61314"/>
                  </a:lnTo>
                  <a:lnTo>
                    <a:pt x="866837" y="54501"/>
                  </a:lnTo>
                  <a:lnTo>
                    <a:pt x="805046" y="47689"/>
                  </a:lnTo>
                  <a:lnTo>
                    <a:pt x="743256" y="40876"/>
                  </a:lnTo>
                  <a:lnTo>
                    <a:pt x="681466" y="34063"/>
                  </a:lnTo>
                  <a:lnTo>
                    <a:pt x="619676" y="27250"/>
                  </a:lnTo>
                  <a:lnTo>
                    <a:pt x="557886" y="20438"/>
                  </a:lnTo>
                  <a:lnTo>
                    <a:pt x="496096" y="13625"/>
                  </a:lnTo>
                  <a:lnTo>
                    <a:pt x="434306" y="6812"/>
                  </a:lnTo>
                  <a:lnTo>
                    <a:pt x="372515" y="0"/>
                  </a:lnTo>
                  <a:lnTo>
                    <a:pt x="363473" y="61655"/>
                  </a:lnTo>
                  <a:lnTo>
                    <a:pt x="350042" y="122506"/>
                  </a:lnTo>
                  <a:lnTo>
                    <a:pt x="332291" y="182239"/>
                  </a:lnTo>
                  <a:lnTo>
                    <a:pt x="310312" y="240549"/>
                  </a:lnTo>
                  <a:lnTo>
                    <a:pt x="284216" y="297137"/>
                  </a:lnTo>
                  <a:lnTo>
                    <a:pt x="254138" y="351713"/>
                  </a:lnTo>
                  <a:lnTo>
                    <a:pt x="220232" y="403996"/>
                  </a:lnTo>
                  <a:lnTo>
                    <a:pt x="182672" y="453720"/>
                  </a:lnTo>
                  <a:lnTo>
                    <a:pt x="141650" y="500628"/>
                  </a:lnTo>
                  <a:lnTo>
                    <a:pt x="97377" y="544480"/>
                  </a:lnTo>
                  <a:lnTo>
                    <a:pt x="50079" y="585052"/>
                  </a:lnTo>
                  <a:close/>
                </a:path>
              </a:pathLst>
            </a:cu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2560046" y="4616283"/>
              <a:ext cx="1492848" cy="1022905"/>
            </a:xfrm>
            <a:custGeom>
              <a:avLst/>
              <a:pathLst>
                <a:path w="1492848" h="1022905">
                  <a:moveTo>
                    <a:pt x="253878" y="114936"/>
                  </a:moveTo>
                  <a:lnTo>
                    <a:pt x="235744" y="174397"/>
                  </a:lnTo>
                  <a:lnTo>
                    <a:pt x="217609" y="233858"/>
                  </a:lnTo>
                  <a:lnTo>
                    <a:pt x="199475" y="293318"/>
                  </a:lnTo>
                  <a:lnTo>
                    <a:pt x="181341" y="352779"/>
                  </a:lnTo>
                  <a:lnTo>
                    <a:pt x="163207" y="412240"/>
                  </a:lnTo>
                  <a:lnTo>
                    <a:pt x="145073" y="471701"/>
                  </a:lnTo>
                  <a:lnTo>
                    <a:pt x="126939" y="531162"/>
                  </a:lnTo>
                  <a:lnTo>
                    <a:pt x="108804" y="590622"/>
                  </a:lnTo>
                  <a:lnTo>
                    <a:pt x="90670" y="650083"/>
                  </a:lnTo>
                  <a:lnTo>
                    <a:pt x="72536" y="709544"/>
                  </a:lnTo>
                  <a:lnTo>
                    <a:pt x="54402" y="769005"/>
                  </a:lnTo>
                  <a:lnTo>
                    <a:pt x="36268" y="828466"/>
                  </a:lnTo>
                  <a:lnTo>
                    <a:pt x="18134" y="887926"/>
                  </a:lnTo>
                  <a:lnTo>
                    <a:pt x="0" y="947387"/>
                  </a:lnTo>
                  <a:lnTo>
                    <a:pt x="57768" y="963921"/>
                  </a:lnTo>
                  <a:lnTo>
                    <a:pt x="116073" y="978451"/>
                  </a:lnTo>
                  <a:lnTo>
                    <a:pt x="174844" y="990960"/>
                  </a:lnTo>
                  <a:lnTo>
                    <a:pt x="234013" y="1001433"/>
                  </a:lnTo>
                  <a:lnTo>
                    <a:pt x="293507" y="1009857"/>
                  </a:lnTo>
                  <a:lnTo>
                    <a:pt x="353257" y="1016223"/>
                  </a:lnTo>
                  <a:lnTo>
                    <a:pt x="413191" y="1020522"/>
                  </a:lnTo>
                  <a:lnTo>
                    <a:pt x="473238" y="1022751"/>
                  </a:lnTo>
                  <a:lnTo>
                    <a:pt x="533326" y="1022905"/>
                  </a:lnTo>
                  <a:lnTo>
                    <a:pt x="593383" y="1020986"/>
                  </a:lnTo>
                  <a:lnTo>
                    <a:pt x="653339" y="1016994"/>
                  </a:lnTo>
                  <a:lnTo>
                    <a:pt x="713120" y="1010936"/>
                  </a:lnTo>
                  <a:lnTo>
                    <a:pt x="772657" y="1002817"/>
                  </a:lnTo>
                  <a:lnTo>
                    <a:pt x="831879" y="992649"/>
                  </a:lnTo>
                  <a:lnTo>
                    <a:pt x="890714" y="980442"/>
                  </a:lnTo>
                  <a:lnTo>
                    <a:pt x="949093" y="966212"/>
                  </a:lnTo>
                  <a:lnTo>
                    <a:pt x="1006946" y="949976"/>
                  </a:lnTo>
                  <a:lnTo>
                    <a:pt x="1064203" y="931752"/>
                  </a:lnTo>
                  <a:lnTo>
                    <a:pt x="1120798" y="911563"/>
                  </a:lnTo>
                  <a:lnTo>
                    <a:pt x="1176662" y="889433"/>
                  </a:lnTo>
                  <a:lnTo>
                    <a:pt x="1231730" y="865387"/>
                  </a:lnTo>
                  <a:lnTo>
                    <a:pt x="1285934" y="839455"/>
                  </a:lnTo>
                  <a:lnTo>
                    <a:pt x="1339211" y="811668"/>
                  </a:lnTo>
                  <a:lnTo>
                    <a:pt x="1391497" y="782058"/>
                  </a:lnTo>
                  <a:lnTo>
                    <a:pt x="1442730" y="750661"/>
                  </a:lnTo>
                  <a:lnTo>
                    <a:pt x="1492848" y="717514"/>
                  </a:lnTo>
                  <a:lnTo>
                    <a:pt x="1457667" y="666263"/>
                  </a:lnTo>
                  <a:lnTo>
                    <a:pt x="1422485" y="615012"/>
                  </a:lnTo>
                  <a:lnTo>
                    <a:pt x="1387303" y="563761"/>
                  </a:lnTo>
                  <a:lnTo>
                    <a:pt x="1352121" y="512510"/>
                  </a:lnTo>
                  <a:lnTo>
                    <a:pt x="1316939" y="461259"/>
                  </a:lnTo>
                  <a:lnTo>
                    <a:pt x="1281757" y="410008"/>
                  </a:lnTo>
                  <a:lnTo>
                    <a:pt x="1246575" y="358757"/>
                  </a:lnTo>
                  <a:lnTo>
                    <a:pt x="1211393" y="307506"/>
                  </a:lnTo>
                  <a:lnTo>
                    <a:pt x="1176212" y="256255"/>
                  </a:lnTo>
                  <a:lnTo>
                    <a:pt x="1141030" y="205004"/>
                  </a:lnTo>
                  <a:lnTo>
                    <a:pt x="1105848" y="153753"/>
                  </a:lnTo>
                  <a:lnTo>
                    <a:pt x="1070666" y="102502"/>
                  </a:lnTo>
                  <a:lnTo>
                    <a:pt x="1035484" y="51251"/>
                  </a:lnTo>
                  <a:lnTo>
                    <a:pt x="1000302" y="0"/>
                  </a:lnTo>
                  <a:lnTo>
                    <a:pt x="949626" y="32271"/>
                  </a:lnTo>
                  <a:lnTo>
                    <a:pt x="896845" y="60970"/>
                  </a:lnTo>
                  <a:lnTo>
                    <a:pt x="842209" y="85959"/>
                  </a:lnTo>
                  <a:lnTo>
                    <a:pt x="785980" y="107118"/>
                  </a:lnTo>
                  <a:lnTo>
                    <a:pt x="728424" y="124348"/>
                  </a:lnTo>
                  <a:lnTo>
                    <a:pt x="669817" y="137567"/>
                  </a:lnTo>
                  <a:lnTo>
                    <a:pt x="610438" y="146710"/>
                  </a:lnTo>
                  <a:lnTo>
                    <a:pt x="550570" y="151735"/>
                  </a:lnTo>
                  <a:lnTo>
                    <a:pt x="490497" y="152618"/>
                  </a:lnTo>
                  <a:lnTo>
                    <a:pt x="430507" y="149354"/>
                  </a:lnTo>
                  <a:lnTo>
                    <a:pt x="370884" y="141959"/>
                  </a:lnTo>
                  <a:lnTo>
                    <a:pt x="311914" y="130468"/>
                  </a:lnTo>
                  <a:close/>
                </a:path>
              </a:pathLst>
            </a:cu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1363748" y="4076191"/>
              <a:ext cx="1450176" cy="1487480"/>
            </a:xfrm>
            <a:custGeom>
              <a:avLst/>
              <a:pathLst>
                <a:path w="1450176" h="1487480">
                  <a:moveTo>
                    <a:pt x="852027" y="0"/>
                  </a:moveTo>
                  <a:lnTo>
                    <a:pt x="791168" y="12673"/>
                  </a:lnTo>
                  <a:lnTo>
                    <a:pt x="730309" y="25346"/>
                  </a:lnTo>
                  <a:lnTo>
                    <a:pt x="669450" y="38019"/>
                  </a:lnTo>
                  <a:lnTo>
                    <a:pt x="608591" y="50692"/>
                  </a:lnTo>
                  <a:lnTo>
                    <a:pt x="547731" y="63365"/>
                  </a:lnTo>
                  <a:lnTo>
                    <a:pt x="486872" y="76038"/>
                  </a:lnTo>
                  <a:lnTo>
                    <a:pt x="426013" y="88711"/>
                  </a:lnTo>
                  <a:lnTo>
                    <a:pt x="365154" y="101384"/>
                  </a:lnTo>
                  <a:lnTo>
                    <a:pt x="304295" y="114057"/>
                  </a:lnTo>
                  <a:lnTo>
                    <a:pt x="243436" y="126730"/>
                  </a:lnTo>
                  <a:lnTo>
                    <a:pt x="182577" y="139403"/>
                  </a:lnTo>
                  <a:lnTo>
                    <a:pt x="121718" y="152076"/>
                  </a:lnTo>
                  <a:lnTo>
                    <a:pt x="60859" y="164749"/>
                  </a:lnTo>
                  <a:lnTo>
                    <a:pt x="0" y="177422"/>
                  </a:lnTo>
                  <a:lnTo>
                    <a:pt x="13253" y="235988"/>
                  </a:lnTo>
                  <a:lnTo>
                    <a:pt x="28519" y="294062"/>
                  </a:lnTo>
                  <a:lnTo>
                    <a:pt x="45778" y="351574"/>
                  </a:lnTo>
                  <a:lnTo>
                    <a:pt x="65011" y="408458"/>
                  </a:lnTo>
                  <a:lnTo>
                    <a:pt x="86195" y="464644"/>
                  </a:lnTo>
                  <a:lnTo>
                    <a:pt x="109304" y="520066"/>
                  </a:lnTo>
                  <a:lnTo>
                    <a:pt x="134311" y="574657"/>
                  </a:lnTo>
                  <a:lnTo>
                    <a:pt x="161187" y="628354"/>
                  </a:lnTo>
                  <a:lnTo>
                    <a:pt x="189898" y="681092"/>
                  </a:lnTo>
                  <a:lnTo>
                    <a:pt x="220411" y="732808"/>
                  </a:lnTo>
                  <a:lnTo>
                    <a:pt x="252690" y="783441"/>
                  </a:lnTo>
                  <a:lnTo>
                    <a:pt x="286696" y="832930"/>
                  </a:lnTo>
                  <a:lnTo>
                    <a:pt x="322389" y="881217"/>
                  </a:lnTo>
                  <a:lnTo>
                    <a:pt x="359726" y="928244"/>
                  </a:lnTo>
                  <a:lnTo>
                    <a:pt x="398664" y="973956"/>
                  </a:lnTo>
                  <a:lnTo>
                    <a:pt x="439154" y="1018297"/>
                  </a:lnTo>
                  <a:lnTo>
                    <a:pt x="481150" y="1061215"/>
                  </a:lnTo>
                  <a:lnTo>
                    <a:pt x="524602" y="1102659"/>
                  </a:lnTo>
                  <a:lnTo>
                    <a:pt x="569457" y="1142579"/>
                  </a:lnTo>
                  <a:lnTo>
                    <a:pt x="615662" y="1180929"/>
                  </a:lnTo>
                  <a:lnTo>
                    <a:pt x="663162" y="1217662"/>
                  </a:lnTo>
                  <a:lnTo>
                    <a:pt x="711902" y="1252735"/>
                  </a:lnTo>
                  <a:lnTo>
                    <a:pt x="761822" y="1286105"/>
                  </a:lnTo>
                  <a:lnTo>
                    <a:pt x="812863" y="1317735"/>
                  </a:lnTo>
                  <a:lnTo>
                    <a:pt x="864965" y="1347584"/>
                  </a:lnTo>
                  <a:lnTo>
                    <a:pt x="918065" y="1375619"/>
                  </a:lnTo>
                  <a:lnTo>
                    <a:pt x="972101" y="1401806"/>
                  </a:lnTo>
                  <a:lnTo>
                    <a:pt x="1027008" y="1426113"/>
                  </a:lnTo>
                  <a:lnTo>
                    <a:pt x="1082721" y="1448512"/>
                  </a:lnTo>
                  <a:lnTo>
                    <a:pt x="1139173" y="1468975"/>
                  </a:lnTo>
                  <a:lnTo>
                    <a:pt x="1196298" y="1487480"/>
                  </a:lnTo>
                  <a:lnTo>
                    <a:pt x="1214432" y="1428019"/>
                  </a:lnTo>
                  <a:lnTo>
                    <a:pt x="1232566" y="1368558"/>
                  </a:lnTo>
                  <a:lnTo>
                    <a:pt x="1250700" y="1309097"/>
                  </a:lnTo>
                  <a:lnTo>
                    <a:pt x="1268834" y="1249637"/>
                  </a:lnTo>
                  <a:lnTo>
                    <a:pt x="1286969" y="1190176"/>
                  </a:lnTo>
                  <a:lnTo>
                    <a:pt x="1305103" y="1130715"/>
                  </a:lnTo>
                  <a:lnTo>
                    <a:pt x="1323237" y="1071254"/>
                  </a:lnTo>
                  <a:lnTo>
                    <a:pt x="1341371" y="1011793"/>
                  </a:lnTo>
                  <a:lnTo>
                    <a:pt x="1359505" y="952333"/>
                  </a:lnTo>
                  <a:lnTo>
                    <a:pt x="1377639" y="892872"/>
                  </a:lnTo>
                  <a:lnTo>
                    <a:pt x="1395774" y="833411"/>
                  </a:lnTo>
                  <a:lnTo>
                    <a:pt x="1413908" y="773950"/>
                  </a:lnTo>
                  <a:lnTo>
                    <a:pt x="1432042" y="714489"/>
                  </a:lnTo>
                  <a:lnTo>
                    <a:pt x="1450176" y="655028"/>
                  </a:lnTo>
                  <a:lnTo>
                    <a:pt x="1391519" y="634828"/>
                  </a:lnTo>
                  <a:lnTo>
                    <a:pt x="1334450" y="610500"/>
                  </a:lnTo>
                  <a:lnTo>
                    <a:pt x="1279258" y="582168"/>
                  </a:lnTo>
                  <a:lnTo>
                    <a:pt x="1226226" y="549976"/>
                  </a:lnTo>
                  <a:lnTo>
                    <a:pt x="1175621" y="514088"/>
                  </a:lnTo>
                  <a:lnTo>
                    <a:pt x="1127702" y="474687"/>
                  </a:lnTo>
                  <a:lnTo>
                    <a:pt x="1082711" y="431972"/>
                  </a:lnTo>
                  <a:lnTo>
                    <a:pt x="1040878" y="386160"/>
                  </a:lnTo>
                  <a:lnTo>
                    <a:pt x="1002414" y="337485"/>
                  </a:lnTo>
                  <a:lnTo>
                    <a:pt x="967515" y="286193"/>
                  </a:lnTo>
                  <a:lnTo>
                    <a:pt x="936360" y="232546"/>
                  </a:lnTo>
                  <a:lnTo>
                    <a:pt x="909105" y="176815"/>
                  </a:lnTo>
                  <a:lnTo>
                    <a:pt x="885889" y="119284"/>
                  </a:lnTo>
                  <a:lnTo>
                    <a:pt x="866831" y="60246"/>
                  </a:lnTo>
                  <a:close/>
                </a:path>
              </a:pathLst>
            </a:cu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1327209" y="2641815"/>
              <a:ext cx="1138558" cy="1611798"/>
            </a:xfrm>
            <a:custGeom>
              <a:avLst/>
              <a:pathLst>
                <a:path w="1138558" h="1611798">
                  <a:moveTo>
                    <a:pt x="1138558" y="628476"/>
                  </a:moveTo>
                  <a:lnTo>
                    <a:pt x="1095556" y="583585"/>
                  </a:lnTo>
                  <a:lnTo>
                    <a:pt x="1052553" y="538694"/>
                  </a:lnTo>
                  <a:lnTo>
                    <a:pt x="1009551" y="493803"/>
                  </a:lnTo>
                  <a:lnTo>
                    <a:pt x="966548" y="448912"/>
                  </a:lnTo>
                  <a:lnTo>
                    <a:pt x="923546" y="404020"/>
                  </a:lnTo>
                  <a:lnTo>
                    <a:pt x="880543" y="359129"/>
                  </a:lnTo>
                  <a:lnTo>
                    <a:pt x="837540" y="314238"/>
                  </a:lnTo>
                  <a:lnTo>
                    <a:pt x="794538" y="269347"/>
                  </a:lnTo>
                  <a:lnTo>
                    <a:pt x="751535" y="224456"/>
                  </a:lnTo>
                  <a:lnTo>
                    <a:pt x="708533" y="179564"/>
                  </a:lnTo>
                  <a:lnTo>
                    <a:pt x="665530" y="134673"/>
                  </a:lnTo>
                  <a:lnTo>
                    <a:pt x="622528" y="89782"/>
                  </a:lnTo>
                  <a:lnTo>
                    <a:pt x="579525" y="44891"/>
                  </a:lnTo>
                  <a:lnTo>
                    <a:pt x="536523" y="0"/>
                  </a:lnTo>
                  <a:lnTo>
                    <a:pt x="493394" y="42782"/>
                  </a:lnTo>
                  <a:lnTo>
                    <a:pt x="451784" y="87044"/>
                  </a:lnTo>
                  <a:lnTo>
                    <a:pt x="411744" y="132730"/>
                  </a:lnTo>
                  <a:lnTo>
                    <a:pt x="373322" y="179786"/>
                  </a:lnTo>
                  <a:lnTo>
                    <a:pt x="336567" y="228154"/>
                  </a:lnTo>
                  <a:lnTo>
                    <a:pt x="301521" y="277776"/>
                  </a:lnTo>
                  <a:lnTo>
                    <a:pt x="268228" y="328590"/>
                  </a:lnTo>
                  <a:lnTo>
                    <a:pt x="236729" y="380534"/>
                  </a:lnTo>
                  <a:lnTo>
                    <a:pt x="207061" y="433547"/>
                  </a:lnTo>
                  <a:lnTo>
                    <a:pt x="179262" y="487562"/>
                  </a:lnTo>
                  <a:lnTo>
                    <a:pt x="153364" y="542515"/>
                  </a:lnTo>
                  <a:lnTo>
                    <a:pt x="129400" y="598338"/>
                  </a:lnTo>
                  <a:lnTo>
                    <a:pt x="107398" y="654963"/>
                  </a:lnTo>
                  <a:lnTo>
                    <a:pt x="87386" y="712321"/>
                  </a:lnTo>
                  <a:lnTo>
                    <a:pt x="69388" y="770343"/>
                  </a:lnTo>
                  <a:lnTo>
                    <a:pt x="53425" y="828957"/>
                  </a:lnTo>
                  <a:lnTo>
                    <a:pt x="39517" y="888093"/>
                  </a:lnTo>
                  <a:lnTo>
                    <a:pt x="27681" y="947678"/>
                  </a:lnTo>
                  <a:lnTo>
                    <a:pt x="17932" y="1007640"/>
                  </a:lnTo>
                  <a:lnTo>
                    <a:pt x="10281" y="1067906"/>
                  </a:lnTo>
                  <a:lnTo>
                    <a:pt x="4738" y="1128401"/>
                  </a:lnTo>
                  <a:lnTo>
                    <a:pt x="1310" y="1189054"/>
                  </a:lnTo>
                  <a:lnTo>
                    <a:pt x="0" y="1249789"/>
                  </a:lnTo>
                  <a:lnTo>
                    <a:pt x="810" y="1310533"/>
                  </a:lnTo>
                  <a:lnTo>
                    <a:pt x="3739" y="1371211"/>
                  </a:lnTo>
                  <a:lnTo>
                    <a:pt x="8784" y="1431751"/>
                  </a:lnTo>
                  <a:lnTo>
                    <a:pt x="15938" y="1492077"/>
                  </a:lnTo>
                  <a:lnTo>
                    <a:pt x="25194" y="1552117"/>
                  </a:lnTo>
                  <a:lnTo>
                    <a:pt x="36538" y="1611798"/>
                  </a:lnTo>
                  <a:lnTo>
                    <a:pt x="97397" y="1599125"/>
                  </a:lnTo>
                  <a:lnTo>
                    <a:pt x="158257" y="1586452"/>
                  </a:lnTo>
                  <a:lnTo>
                    <a:pt x="219116" y="1573779"/>
                  </a:lnTo>
                  <a:lnTo>
                    <a:pt x="279975" y="1561106"/>
                  </a:lnTo>
                  <a:lnTo>
                    <a:pt x="340834" y="1548433"/>
                  </a:lnTo>
                  <a:lnTo>
                    <a:pt x="401693" y="1535760"/>
                  </a:lnTo>
                  <a:lnTo>
                    <a:pt x="462552" y="1523087"/>
                  </a:lnTo>
                  <a:lnTo>
                    <a:pt x="523411" y="1510414"/>
                  </a:lnTo>
                  <a:lnTo>
                    <a:pt x="584270" y="1497741"/>
                  </a:lnTo>
                  <a:lnTo>
                    <a:pt x="645129" y="1485068"/>
                  </a:lnTo>
                  <a:lnTo>
                    <a:pt x="705988" y="1472395"/>
                  </a:lnTo>
                  <a:lnTo>
                    <a:pt x="766848" y="1459722"/>
                  </a:lnTo>
                  <a:lnTo>
                    <a:pt x="827707" y="1447049"/>
                  </a:lnTo>
                  <a:lnTo>
                    <a:pt x="888566" y="1434376"/>
                  </a:lnTo>
                  <a:lnTo>
                    <a:pt x="877975" y="1372365"/>
                  </a:lnTo>
                  <a:lnTo>
                    <a:pt x="871892" y="1309752"/>
                  </a:lnTo>
                  <a:lnTo>
                    <a:pt x="870347" y="1246862"/>
                  </a:lnTo>
                  <a:lnTo>
                    <a:pt x="873350" y="1184025"/>
                  </a:lnTo>
                  <a:lnTo>
                    <a:pt x="880883" y="1121570"/>
                  </a:lnTo>
                  <a:lnTo>
                    <a:pt x="892909" y="1059822"/>
                  </a:lnTo>
                  <a:lnTo>
                    <a:pt x="909363" y="999103"/>
                  </a:lnTo>
                  <a:lnTo>
                    <a:pt x="930161" y="939732"/>
                  </a:lnTo>
                  <a:lnTo>
                    <a:pt x="955193" y="882019"/>
                  </a:lnTo>
                  <a:lnTo>
                    <a:pt x="984329" y="826264"/>
                  </a:lnTo>
                  <a:lnTo>
                    <a:pt x="1017415" y="772760"/>
                  </a:lnTo>
                  <a:lnTo>
                    <a:pt x="1054281" y="721785"/>
                  </a:lnTo>
                  <a:lnTo>
                    <a:pt x="1094732" y="673607"/>
                  </a:lnTo>
                  <a:close/>
                </a:path>
              </a:pathLst>
            </a:cu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1863733" y="2158160"/>
              <a:ext cx="1204070" cy="1112131"/>
            </a:xfrm>
            <a:custGeom>
              <a:avLst/>
              <a:pathLst>
                <a:path w="1204070" h="1112131">
                  <a:moveTo>
                    <a:pt x="1204070" y="870304"/>
                  </a:moveTo>
                  <a:lnTo>
                    <a:pt x="1204070" y="808139"/>
                  </a:lnTo>
                  <a:lnTo>
                    <a:pt x="1204070" y="745975"/>
                  </a:lnTo>
                  <a:lnTo>
                    <a:pt x="1204070" y="683810"/>
                  </a:lnTo>
                  <a:lnTo>
                    <a:pt x="1204070" y="621645"/>
                  </a:lnTo>
                  <a:lnTo>
                    <a:pt x="1204070" y="559481"/>
                  </a:lnTo>
                  <a:lnTo>
                    <a:pt x="1204070" y="497316"/>
                  </a:lnTo>
                  <a:lnTo>
                    <a:pt x="1204070" y="435152"/>
                  </a:lnTo>
                  <a:lnTo>
                    <a:pt x="1204070" y="372987"/>
                  </a:lnTo>
                  <a:lnTo>
                    <a:pt x="1204070" y="310822"/>
                  </a:lnTo>
                  <a:lnTo>
                    <a:pt x="1204070" y="248658"/>
                  </a:lnTo>
                  <a:lnTo>
                    <a:pt x="1204070" y="186493"/>
                  </a:lnTo>
                  <a:lnTo>
                    <a:pt x="1204070" y="124329"/>
                  </a:lnTo>
                  <a:lnTo>
                    <a:pt x="1204070" y="62164"/>
                  </a:lnTo>
                  <a:lnTo>
                    <a:pt x="1204070" y="0"/>
                  </a:lnTo>
                  <a:lnTo>
                    <a:pt x="1143642" y="1049"/>
                  </a:lnTo>
                  <a:lnTo>
                    <a:pt x="1083288" y="4195"/>
                  </a:lnTo>
                  <a:lnTo>
                    <a:pt x="1023078" y="9435"/>
                  </a:lnTo>
                  <a:lnTo>
                    <a:pt x="963088" y="16762"/>
                  </a:lnTo>
                  <a:lnTo>
                    <a:pt x="903387" y="26167"/>
                  </a:lnTo>
                  <a:lnTo>
                    <a:pt x="844049" y="37639"/>
                  </a:lnTo>
                  <a:lnTo>
                    <a:pt x="785145" y="51164"/>
                  </a:lnTo>
                  <a:lnTo>
                    <a:pt x="726747" y="66726"/>
                  </a:lnTo>
                  <a:lnTo>
                    <a:pt x="668923" y="84306"/>
                  </a:lnTo>
                  <a:lnTo>
                    <a:pt x="611745" y="103883"/>
                  </a:lnTo>
                  <a:lnTo>
                    <a:pt x="555281" y="125433"/>
                  </a:lnTo>
                  <a:lnTo>
                    <a:pt x="499599" y="148930"/>
                  </a:lnTo>
                  <a:lnTo>
                    <a:pt x="444767" y="174346"/>
                  </a:lnTo>
                  <a:lnTo>
                    <a:pt x="390849" y="201650"/>
                  </a:lnTo>
                  <a:lnTo>
                    <a:pt x="337913" y="230810"/>
                  </a:lnTo>
                  <a:lnTo>
                    <a:pt x="286020" y="261790"/>
                  </a:lnTo>
                  <a:lnTo>
                    <a:pt x="235234" y="294553"/>
                  </a:lnTo>
                  <a:lnTo>
                    <a:pt x="185617" y="329059"/>
                  </a:lnTo>
                  <a:lnTo>
                    <a:pt x="137227" y="365267"/>
                  </a:lnTo>
                  <a:lnTo>
                    <a:pt x="90123" y="403133"/>
                  </a:lnTo>
                  <a:lnTo>
                    <a:pt x="44362" y="442611"/>
                  </a:lnTo>
                  <a:lnTo>
                    <a:pt x="0" y="483654"/>
                  </a:lnTo>
                  <a:lnTo>
                    <a:pt x="43002" y="528545"/>
                  </a:lnTo>
                  <a:lnTo>
                    <a:pt x="86005" y="573437"/>
                  </a:lnTo>
                  <a:lnTo>
                    <a:pt x="129007" y="618328"/>
                  </a:lnTo>
                  <a:lnTo>
                    <a:pt x="172010" y="663219"/>
                  </a:lnTo>
                  <a:lnTo>
                    <a:pt x="215012" y="708110"/>
                  </a:lnTo>
                  <a:lnTo>
                    <a:pt x="258015" y="753002"/>
                  </a:lnTo>
                  <a:lnTo>
                    <a:pt x="301017" y="797893"/>
                  </a:lnTo>
                  <a:lnTo>
                    <a:pt x="344020" y="842784"/>
                  </a:lnTo>
                  <a:lnTo>
                    <a:pt x="387022" y="887675"/>
                  </a:lnTo>
                  <a:lnTo>
                    <a:pt x="430025" y="932566"/>
                  </a:lnTo>
                  <a:lnTo>
                    <a:pt x="473027" y="977458"/>
                  </a:lnTo>
                  <a:lnTo>
                    <a:pt x="516030" y="1022349"/>
                  </a:lnTo>
                  <a:lnTo>
                    <a:pt x="559032" y="1067240"/>
                  </a:lnTo>
                  <a:lnTo>
                    <a:pt x="602035" y="1112131"/>
                  </a:lnTo>
                  <a:lnTo>
                    <a:pt x="647096" y="1071870"/>
                  </a:lnTo>
                  <a:lnTo>
                    <a:pt x="694843" y="1034833"/>
                  </a:lnTo>
                  <a:lnTo>
                    <a:pt x="745045" y="1001199"/>
                  </a:lnTo>
                  <a:lnTo>
                    <a:pt x="797460" y="971129"/>
                  </a:lnTo>
                  <a:lnTo>
                    <a:pt x="851834" y="944769"/>
                  </a:lnTo>
                  <a:lnTo>
                    <a:pt x="907907" y="922245"/>
                  </a:lnTo>
                  <a:lnTo>
                    <a:pt x="965408" y="903667"/>
                  </a:lnTo>
                  <a:lnTo>
                    <a:pt x="1024060" y="889124"/>
                  </a:lnTo>
                  <a:lnTo>
                    <a:pt x="1083579" y="878685"/>
                  </a:lnTo>
                  <a:lnTo>
                    <a:pt x="1143679" y="872402"/>
                  </a:lnTo>
                  <a:close/>
                </a:path>
              </a:pathLst>
            </a:cu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3428456" y="2641564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108246" y="3461374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970862" y="4482915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049510" y="5102527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886832" y="4692570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603990" y="3425502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364243" y="2600896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746037" y="1285278"/>
              <a:ext cx="643532" cy="221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6066017" y="1723008"/>
              <a:ext cx="59964" cy="43515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6095999" y="1920804"/>
              <a:ext cx="0" cy="3955928"/>
            </a:xfrm>
            <a:custGeom>
              <a:avLst/>
              <a:pathLst>
                <a:path w="0" h="3955928">
                  <a:moveTo>
                    <a:pt x="0" y="3955928"/>
                  </a:move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6948435" y="1723008"/>
              <a:ext cx="4351521" cy="43515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9124196" y="2158160"/>
              <a:ext cx="1270036" cy="1145477"/>
            </a:xfrm>
            <a:custGeom>
              <a:avLst/>
              <a:pathLst>
                <a:path w="1270036" h="1145477">
                  <a:moveTo>
                    <a:pt x="635018" y="1145477"/>
                  </a:moveTo>
                  <a:lnTo>
                    <a:pt x="680376" y="1102967"/>
                  </a:lnTo>
                  <a:lnTo>
                    <a:pt x="725735" y="1060458"/>
                  </a:lnTo>
                  <a:lnTo>
                    <a:pt x="771093" y="1017949"/>
                  </a:lnTo>
                  <a:lnTo>
                    <a:pt x="816452" y="975439"/>
                  </a:lnTo>
                  <a:lnTo>
                    <a:pt x="861810" y="932930"/>
                  </a:lnTo>
                  <a:lnTo>
                    <a:pt x="907169" y="890421"/>
                  </a:lnTo>
                  <a:lnTo>
                    <a:pt x="952527" y="847911"/>
                  </a:lnTo>
                  <a:lnTo>
                    <a:pt x="997885" y="805402"/>
                  </a:lnTo>
                  <a:lnTo>
                    <a:pt x="1043244" y="762892"/>
                  </a:lnTo>
                  <a:lnTo>
                    <a:pt x="1088602" y="720383"/>
                  </a:lnTo>
                  <a:lnTo>
                    <a:pt x="1133961" y="677874"/>
                  </a:lnTo>
                  <a:lnTo>
                    <a:pt x="1179319" y="635364"/>
                  </a:lnTo>
                  <a:lnTo>
                    <a:pt x="1224678" y="592855"/>
                  </a:lnTo>
                  <a:lnTo>
                    <a:pt x="1270036" y="550346"/>
                  </a:lnTo>
                  <a:lnTo>
                    <a:pt x="1228748" y="507768"/>
                  </a:lnTo>
                  <a:lnTo>
                    <a:pt x="1186033" y="466621"/>
                  </a:lnTo>
                  <a:lnTo>
                    <a:pt x="1141941" y="426954"/>
                  </a:lnTo>
                  <a:lnTo>
                    <a:pt x="1096524" y="388812"/>
                  </a:lnTo>
                  <a:lnTo>
                    <a:pt x="1049833" y="352239"/>
                  </a:lnTo>
                  <a:lnTo>
                    <a:pt x="1001923" y="317279"/>
                  </a:lnTo>
                  <a:lnTo>
                    <a:pt x="952851" y="283971"/>
                  </a:lnTo>
                  <a:lnTo>
                    <a:pt x="902671" y="252354"/>
                  </a:lnTo>
                  <a:lnTo>
                    <a:pt x="851444" y="222464"/>
                  </a:lnTo>
                  <a:lnTo>
                    <a:pt x="799229" y="194338"/>
                  </a:lnTo>
                  <a:lnTo>
                    <a:pt x="746085" y="168007"/>
                  </a:lnTo>
                  <a:lnTo>
                    <a:pt x="692075" y="143501"/>
                  </a:lnTo>
                  <a:lnTo>
                    <a:pt x="637262" y="120850"/>
                  </a:lnTo>
                  <a:lnTo>
                    <a:pt x="581708" y="100080"/>
                  </a:lnTo>
                  <a:lnTo>
                    <a:pt x="525480" y="81214"/>
                  </a:lnTo>
                  <a:lnTo>
                    <a:pt x="468641" y="64275"/>
                  </a:lnTo>
                  <a:lnTo>
                    <a:pt x="411258" y="49282"/>
                  </a:lnTo>
                  <a:lnTo>
                    <a:pt x="353398" y="36253"/>
                  </a:lnTo>
                  <a:lnTo>
                    <a:pt x="295127" y="25202"/>
                  </a:lnTo>
                  <a:lnTo>
                    <a:pt x="236514" y="16143"/>
                  </a:lnTo>
                  <a:lnTo>
                    <a:pt x="177626" y="9086"/>
                  </a:lnTo>
                  <a:lnTo>
                    <a:pt x="118532" y="4040"/>
                  </a:lnTo>
                  <a:lnTo>
                    <a:pt x="59300" y="1010"/>
                  </a:lnTo>
                  <a:lnTo>
                    <a:pt x="0" y="0"/>
                  </a:lnTo>
                  <a:lnTo>
                    <a:pt x="0" y="62164"/>
                  </a:lnTo>
                  <a:lnTo>
                    <a:pt x="0" y="124329"/>
                  </a:lnTo>
                  <a:lnTo>
                    <a:pt x="0" y="186493"/>
                  </a:lnTo>
                  <a:lnTo>
                    <a:pt x="0" y="248658"/>
                  </a:lnTo>
                  <a:lnTo>
                    <a:pt x="0" y="310822"/>
                  </a:lnTo>
                  <a:lnTo>
                    <a:pt x="0" y="372987"/>
                  </a:lnTo>
                  <a:lnTo>
                    <a:pt x="0" y="435152"/>
                  </a:lnTo>
                  <a:lnTo>
                    <a:pt x="0" y="497316"/>
                  </a:lnTo>
                  <a:lnTo>
                    <a:pt x="0" y="559481"/>
                  </a:lnTo>
                  <a:lnTo>
                    <a:pt x="0" y="621645"/>
                  </a:lnTo>
                  <a:lnTo>
                    <a:pt x="0" y="683810"/>
                  </a:lnTo>
                  <a:lnTo>
                    <a:pt x="0" y="745975"/>
                  </a:lnTo>
                  <a:lnTo>
                    <a:pt x="0" y="808139"/>
                  </a:lnTo>
                  <a:lnTo>
                    <a:pt x="0" y="870304"/>
                  </a:lnTo>
                  <a:lnTo>
                    <a:pt x="59266" y="872324"/>
                  </a:lnTo>
                  <a:lnTo>
                    <a:pt x="118257" y="878376"/>
                  </a:lnTo>
                  <a:lnTo>
                    <a:pt x="176699" y="888430"/>
                  </a:lnTo>
                  <a:lnTo>
                    <a:pt x="234320" y="902441"/>
                  </a:lnTo>
                  <a:lnTo>
                    <a:pt x="290854" y="920344"/>
                  </a:lnTo>
                  <a:lnTo>
                    <a:pt x="346037" y="942055"/>
                  </a:lnTo>
                  <a:lnTo>
                    <a:pt x="399614" y="967473"/>
                  </a:lnTo>
                  <a:lnTo>
                    <a:pt x="451335" y="996481"/>
                  </a:lnTo>
                  <a:lnTo>
                    <a:pt x="500961" y="1028943"/>
                  </a:lnTo>
                  <a:lnTo>
                    <a:pt x="548262" y="1064710"/>
                  </a:lnTo>
                  <a:lnTo>
                    <a:pt x="593016" y="1103615"/>
                  </a:lnTo>
                  <a:close/>
                </a:path>
              </a:pathLst>
            </a:cu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9759214" y="2708506"/>
              <a:ext cx="1105565" cy="1475405"/>
            </a:xfrm>
            <a:custGeom>
              <a:avLst/>
              <a:pathLst>
                <a:path w="1105565" h="1475405">
                  <a:moveTo>
                    <a:pt x="223528" y="1332833"/>
                  </a:moveTo>
                  <a:lnTo>
                    <a:pt x="284853" y="1343017"/>
                  </a:lnTo>
                  <a:lnTo>
                    <a:pt x="346178" y="1353201"/>
                  </a:lnTo>
                  <a:lnTo>
                    <a:pt x="407502" y="1363384"/>
                  </a:lnTo>
                  <a:lnTo>
                    <a:pt x="468827" y="1373568"/>
                  </a:lnTo>
                  <a:lnTo>
                    <a:pt x="530152" y="1383752"/>
                  </a:lnTo>
                  <a:lnTo>
                    <a:pt x="591477" y="1393935"/>
                  </a:lnTo>
                  <a:lnTo>
                    <a:pt x="652802" y="1404119"/>
                  </a:lnTo>
                  <a:lnTo>
                    <a:pt x="714126" y="1414303"/>
                  </a:lnTo>
                  <a:lnTo>
                    <a:pt x="775451" y="1424486"/>
                  </a:lnTo>
                  <a:lnTo>
                    <a:pt x="836776" y="1434670"/>
                  </a:lnTo>
                  <a:lnTo>
                    <a:pt x="898101" y="1444854"/>
                  </a:lnTo>
                  <a:lnTo>
                    <a:pt x="959425" y="1455037"/>
                  </a:lnTo>
                  <a:lnTo>
                    <a:pt x="1020750" y="1465221"/>
                  </a:lnTo>
                  <a:lnTo>
                    <a:pt x="1082075" y="1475405"/>
                  </a:lnTo>
                  <a:lnTo>
                    <a:pt x="1090772" y="1416899"/>
                  </a:lnTo>
                  <a:lnTo>
                    <a:pt x="1097476" y="1358132"/>
                  </a:lnTo>
                  <a:lnTo>
                    <a:pt x="1102179" y="1299171"/>
                  </a:lnTo>
                  <a:lnTo>
                    <a:pt x="1104876" y="1240084"/>
                  </a:lnTo>
                  <a:lnTo>
                    <a:pt x="1105565" y="1180939"/>
                  </a:lnTo>
                  <a:lnTo>
                    <a:pt x="1104243" y="1121805"/>
                  </a:lnTo>
                  <a:lnTo>
                    <a:pt x="1100913" y="1062751"/>
                  </a:lnTo>
                  <a:lnTo>
                    <a:pt x="1095578" y="1003843"/>
                  </a:lnTo>
                  <a:lnTo>
                    <a:pt x="1088245" y="945151"/>
                  </a:lnTo>
                  <a:lnTo>
                    <a:pt x="1078922" y="886742"/>
                  </a:lnTo>
                  <a:lnTo>
                    <a:pt x="1067620" y="828684"/>
                  </a:lnTo>
                  <a:lnTo>
                    <a:pt x="1054352" y="771042"/>
                  </a:lnTo>
                  <a:lnTo>
                    <a:pt x="1039133" y="713885"/>
                  </a:lnTo>
                  <a:lnTo>
                    <a:pt x="1021980" y="657279"/>
                  </a:lnTo>
                  <a:lnTo>
                    <a:pt x="1002915" y="601287"/>
                  </a:lnTo>
                  <a:lnTo>
                    <a:pt x="981958" y="545976"/>
                  </a:lnTo>
                  <a:lnTo>
                    <a:pt x="959133" y="491408"/>
                  </a:lnTo>
                  <a:lnTo>
                    <a:pt x="934468" y="437648"/>
                  </a:lnTo>
                  <a:lnTo>
                    <a:pt x="907991" y="384757"/>
                  </a:lnTo>
                  <a:lnTo>
                    <a:pt x="879732" y="332796"/>
                  </a:lnTo>
                  <a:lnTo>
                    <a:pt x="849723" y="281825"/>
                  </a:lnTo>
                  <a:lnTo>
                    <a:pt x="818001" y="231903"/>
                  </a:lnTo>
                  <a:lnTo>
                    <a:pt x="784600" y="183087"/>
                  </a:lnTo>
                  <a:lnTo>
                    <a:pt x="749560" y="135435"/>
                  </a:lnTo>
                  <a:lnTo>
                    <a:pt x="712921" y="89001"/>
                  </a:lnTo>
                  <a:lnTo>
                    <a:pt x="674726" y="43838"/>
                  </a:lnTo>
                  <a:lnTo>
                    <a:pt x="635018" y="0"/>
                  </a:lnTo>
                  <a:lnTo>
                    <a:pt x="589659" y="42509"/>
                  </a:lnTo>
                  <a:lnTo>
                    <a:pt x="544301" y="85018"/>
                  </a:lnTo>
                  <a:lnTo>
                    <a:pt x="498942" y="127528"/>
                  </a:lnTo>
                  <a:lnTo>
                    <a:pt x="453584" y="170037"/>
                  </a:lnTo>
                  <a:lnTo>
                    <a:pt x="408226" y="212546"/>
                  </a:lnTo>
                  <a:lnTo>
                    <a:pt x="362867" y="255056"/>
                  </a:lnTo>
                  <a:lnTo>
                    <a:pt x="317509" y="297565"/>
                  </a:lnTo>
                  <a:lnTo>
                    <a:pt x="272150" y="340074"/>
                  </a:lnTo>
                  <a:lnTo>
                    <a:pt x="226792" y="382584"/>
                  </a:lnTo>
                  <a:lnTo>
                    <a:pt x="181433" y="425093"/>
                  </a:lnTo>
                  <a:lnTo>
                    <a:pt x="136075" y="467603"/>
                  </a:lnTo>
                  <a:lnTo>
                    <a:pt x="90716" y="510112"/>
                  </a:lnTo>
                  <a:lnTo>
                    <a:pt x="45358" y="552621"/>
                  </a:lnTo>
                  <a:lnTo>
                    <a:pt x="0" y="595131"/>
                  </a:lnTo>
                  <a:lnTo>
                    <a:pt x="40388" y="641395"/>
                  </a:lnTo>
                  <a:lnTo>
                    <a:pt x="77414" y="690392"/>
                  </a:lnTo>
                  <a:lnTo>
                    <a:pt x="110892" y="741879"/>
                  </a:lnTo>
                  <a:lnTo>
                    <a:pt x="140655" y="795598"/>
                  </a:lnTo>
                  <a:lnTo>
                    <a:pt x="166556" y="851283"/>
                  </a:lnTo>
                  <a:lnTo>
                    <a:pt x="188466" y="908655"/>
                  </a:lnTo>
                  <a:lnTo>
                    <a:pt x="206275" y="967430"/>
                  </a:lnTo>
                  <a:lnTo>
                    <a:pt x="219895" y="1027314"/>
                  </a:lnTo>
                  <a:lnTo>
                    <a:pt x="229258" y="1088010"/>
                  </a:lnTo>
                  <a:lnTo>
                    <a:pt x="234317" y="1149215"/>
                  </a:lnTo>
                  <a:lnTo>
                    <a:pt x="235047" y="1210624"/>
                  </a:lnTo>
                  <a:lnTo>
                    <a:pt x="231445" y="1271932"/>
                  </a:lnTo>
                  <a:close/>
                </a:path>
              </a:pathLst>
            </a:cu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9676940" y="4041340"/>
              <a:ext cx="1164349" cy="1201904"/>
            </a:xfrm>
            <a:custGeom>
              <a:avLst/>
              <a:pathLst>
                <a:path w="1164349" h="1201904">
                  <a:moveTo>
                    <a:pt x="0" y="529666"/>
                  </a:moveTo>
                  <a:lnTo>
                    <a:pt x="39481" y="577683"/>
                  </a:lnTo>
                  <a:lnTo>
                    <a:pt x="78963" y="625700"/>
                  </a:lnTo>
                  <a:lnTo>
                    <a:pt x="118445" y="673717"/>
                  </a:lnTo>
                  <a:lnTo>
                    <a:pt x="157926" y="721734"/>
                  </a:lnTo>
                  <a:lnTo>
                    <a:pt x="197408" y="769751"/>
                  </a:lnTo>
                  <a:lnTo>
                    <a:pt x="236890" y="817768"/>
                  </a:lnTo>
                  <a:lnTo>
                    <a:pt x="276371" y="865785"/>
                  </a:lnTo>
                  <a:lnTo>
                    <a:pt x="315853" y="913802"/>
                  </a:lnTo>
                  <a:lnTo>
                    <a:pt x="355335" y="961819"/>
                  </a:lnTo>
                  <a:lnTo>
                    <a:pt x="394817" y="1009836"/>
                  </a:lnTo>
                  <a:lnTo>
                    <a:pt x="434298" y="1057853"/>
                  </a:lnTo>
                  <a:lnTo>
                    <a:pt x="473780" y="1105870"/>
                  </a:lnTo>
                  <a:lnTo>
                    <a:pt x="513262" y="1153887"/>
                  </a:lnTo>
                  <a:lnTo>
                    <a:pt x="552743" y="1201904"/>
                  </a:lnTo>
                  <a:lnTo>
                    <a:pt x="598062" y="1163324"/>
                  </a:lnTo>
                  <a:lnTo>
                    <a:pt x="642034" y="1123217"/>
                  </a:lnTo>
                  <a:lnTo>
                    <a:pt x="684610" y="1081631"/>
                  </a:lnTo>
                  <a:lnTo>
                    <a:pt x="725739" y="1038613"/>
                  </a:lnTo>
                  <a:lnTo>
                    <a:pt x="765374" y="994214"/>
                  </a:lnTo>
                  <a:lnTo>
                    <a:pt x="803467" y="948486"/>
                  </a:lnTo>
                  <a:lnTo>
                    <a:pt x="839975" y="901483"/>
                  </a:lnTo>
                  <a:lnTo>
                    <a:pt x="874854" y="853259"/>
                  </a:lnTo>
                  <a:lnTo>
                    <a:pt x="908065" y="803871"/>
                  </a:lnTo>
                  <a:lnTo>
                    <a:pt x="939567" y="753376"/>
                  </a:lnTo>
                  <a:lnTo>
                    <a:pt x="969325" y="701834"/>
                  </a:lnTo>
                  <a:lnTo>
                    <a:pt x="997304" y="649305"/>
                  </a:lnTo>
                  <a:lnTo>
                    <a:pt x="1023470" y="595849"/>
                  </a:lnTo>
                  <a:lnTo>
                    <a:pt x="1047793" y="541531"/>
                  </a:lnTo>
                  <a:lnTo>
                    <a:pt x="1070246" y="486412"/>
                  </a:lnTo>
                  <a:lnTo>
                    <a:pt x="1090800" y="430559"/>
                  </a:lnTo>
                  <a:lnTo>
                    <a:pt x="1109433" y="374035"/>
                  </a:lnTo>
                  <a:lnTo>
                    <a:pt x="1126123" y="316907"/>
                  </a:lnTo>
                  <a:lnTo>
                    <a:pt x="1140850" y="259242"/>
                  </a:lnTo>
                  <a:lnTo>
                    <a:pt x="1153597" y="201107"/>
                  </a:lnTo>
                  <a:lnTo>
                    <a:pt x="1164349" y="142571"/>
                  </a:lnTo>
                  <a:lnTo>
                    <a:pt x="1103025" y="132387"/>
                  </a:lnTo>
                  <a:lnTo>
                    <a:pt x="1041700" y="122204"/>
                  </a:lnTo>
                  <a:lnTo>
                    <a:pt x="980375" y="112020"/>
                  </a:lnTo>
                  <a:lnTo>
                    <a:pt x="919050" y="101836"/>
                  </a:lnTo>
                  <a:lnTo>
                    <a:pt x="857726" y="91653"/>
                  </a:lnTo>
                  <a:lnTo>
                    <a:pt x="796401" y="81469"/>
                  </a:lnTo>
                  <a:lnTo>
                    <a:pt x="735076" y="71285"/>
                  </a:lnTo>
                  <a:lnTo>
                    <a:pt x="673751" y="61102"/>
                  </a:lnTo>
                  <a:lnTo>
                    <a:pt x="612426" y="50918"/>
                  </a:lnTo>
                  <a:lnTo>
                    <a:pt x="551102" y="40734"/>
                  </a:lnTo>
                  <a:lnTo>
                    <a:pt x="489777" y="30551"/>
                  </a:lnTo>
                  <a:lnTo>
                    <a:pt x="428452" y="20367"/>
                  </a:lnTo>
                  <a:lnTo>
                    <a:pt x="367127" y="10183"/>
                  </a:lnTo>
                  <a:lnTo>
                    <a:pt x="305802" y="0"/>
                  </a:lnTo>
                  <a:lnTo>
                    <a:pt x="293361" y="61230"/>
                  </a:lnTo>
                  <a:lnTo>
                    <a:pt x="276559" y="121409"/>
                  </a:lnTo>
                  <a:lnTo>
                    <a:pt x="255482" y="180228"/>
                  </a:lnTo>
                  <a:lnTo>
                    <a:pt x="230239" y="237383"/>
                  </a:lnTo>
                  <a:lnTo>
                    <a:pt x="200961" y="292580"/>
                  </a:lnTo>
                  <a:lnTo>
                    <a:pt x="167798" y="345534"/>
                  </a:lnTo>
                  <a:lnTo>
                    <a:pt x="130922" y="395973"/>
                  </a:lnTo>
                  <a:lnTo>
                    <a:pt x="90521" y="443635"/>
                  </a:lnTo>
                  <a:lnTo>
                    <a:pt x="46805" y="488276"/>
                  </a:lnTo>
                  <a:close/>
                </a:path>
              </a:pathLst>
            </a:cu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8528873" y="4571006"/>
              <a:ext cx="1700811" cy="1068361"/>
            </a:xfrm>
            <a:custGeom>
              <a:avLst/>
              <a:pathLst>
                <a:path w="1700811" h="1068361">
                  <a:moveTo>
                    <a:pt x="297661" y="145580"/>
                  </a:moveTo>
                  <a:lnTo>
                    <a:pt x="276400" y="203996"/>
                  </a:lnTo>
                  <a:lnTo>
                    <a:pt x="255138" y="262411"/>
                  </a:lnTo>
                  <a:lnTo>
                    <a:pt x="233876" y="320827"/>
                  </a:lnTo>
                  <a:lnTo>
                    <a:pt x="212615" y="379243"/>
                  </a:lnTo>
                  <a:lnTo>
                    <a:pt x="191353" y="437658"/>
                  </a:lnTo>
                  <a:lnTo>
                    <a:pt x="170092" y="496074"/>
                  </a:lnTo>
                  <a:lnTo>
                    <a:pt x="148830" y="554489"/>
                  </a:lnTo>
                  <a:lnTo>
                    <a:pt x="127569" y="612905"/>
                  </a:lnTo>
                  <a:lnTo>
                    <a:pt x="106307" y="671321"/>
                  </a:lnTo>
                  <a:lnTo>
                    <a:pt x="85046" y="729736"/>
                  </a:lnTo>
                  <a:lnTo>
                    <a:pt x="63784" y="788152"/>
                  </a:lnTo>
                  <a:lnTo>
                    <a:pt x="42523" y="846567"/>
                  </a:lnTo>
                  <a:lnTo>
                    <a:pt x="21261" y="904983"/>
                  </a:lnTo>
                  <a:lnTo>
                    <a:pt x="0" y="963399"/>
                  </a:lnTo>
                  <a:lnTo>
                    <a:pt x="56895" y="983000"/>
                  </a:lnTo>
                  <a:lnTo>
                    <a:pt x="114434" y="1000623"/>
                  </a:lnTo>
                  <a:lnTo>
                    <a:pt x="172547" y="1016246"/>
                  </a:lnTo>
                  <a:lnTo>
                    <a:pt x="231166" y="1029851"/>
                  </a:lnTo>
                  <a:lnTo>
                    <a:pt x="290220" y="1041422"/>
                  </a:lnTo>
                  <a:lnTo>
                    <a:pt x="349639" y="1050944"/>
                  </a:lnTo>
                  <a:lnTo>
                    <a:pt x="409352" y="1058407"/>
                  </a:lnTo>
                  <a:lnTo>
                    <a:pt x="469286" y="1063801"/>
                  </a:lnTo>
                  <a:lnTo>
                    <a:pt x="529372" y="1067120"/>
                  </a:lnTo>
                  <a:lnTo>
                    <a:pt x="589536" y="1068361"/>
                  </a:lnTo>
                  <a:lnTo>
                    <a:pt x="649707" y="1067520"/>
                  </a:lnTo>
                  <a:lnTo>
                    <a:pt x="709813" y="1064601"/>
                  </a:lnTo>
                  <a:lnTo>
                    <a:pt x="769783" y="1059605"/>
                  </a:lnTo>
                  <a:lnTo>
                    <a:pt x="829544" y="1052540"/>
                  </a:lnTo>
                  <a:lnTo>
                    <a:pt x="889024" y="1043412"/>
                  </a:lnTo>
                  <a:lnTo>
                    <a:pt x="948154" y="1032235"/>
                  </a:lnTo>
                  <a:lnTo>
                    <a:pt x="1006862" y="1019020"/>
                  </a:lnTo>
                  <a:lnTo>
                    <a:pt x="1065079" y="1003783"/>
                  </a:lnTo>
                  <a:lnTo>
                    <a:pt x="1122733" y="986543"/>
                  </a:lnTo>
                  <a:lnTo>
                    <a:pt x="1179758" y="967321"/>
                  </a:lnTo>
                  <a:lnTo>
                    <a:pt x="1236083" y="946139"/>
                  </a:lnTo>
                  <a:lnTo>
                    <a:pt x="1291643" y="923022"/>
                  </a:lnTo>
                  <a:lnTo>
                    <a:pt x="1346371" y="897999"/>
                  </a:lnTo>
                  <a:lnTo>
                    <a:pt x="1400201" y="871099"/>
                  </a:lnTo>
                  <a:lnTo>
                    <a:pt x="1453069" y="842354"/>
                  </a:lnTo>
                  <a:lnTo>
                    <a:pt x="1504911" y="811799"/>
                  </a:lnTo>
                  <a:lnTo>
                    <a:pt x="1555667" y="779470"/>
                  </a:lnTo>
                  <a:lnTo>
                    <a:pt x="1605275" y="745406"/>
                  </a:lnTo>
                  <a:lnTo>
                    <a:pt x="1653675" y="709647"/>
                  </a:lnTo>
                  <a:lnTo>
                    <a:pt x="1700811" y="672237"/>
                  </a:lnTo>
                  <a:lnTo>
                    <a:pt x="1661329" y="624220"/>
                  </a:lnTo>
                  <a:lnTo>
                    <a:pt x="1621847" y="576203"/>
                  </a:lnTo>
                  <a:lnTo>
                    <a:pt x="1582365" y="528186"/>
                  </a:lnTo>
                  <a:lnTo>
                    <a:pt x="1542884" y="480169"/>
                  </a:lnTo>
                  <a:lnTo>
                    <a:pt x="1503402" y="432152"/>
                  </a:lnTo>
                  <a:lnTo>
                    <a:pt x="1463920" y="384135"/>
                  </a:lnTo>
                  <a:lnTo>
                    <a:pt x="1424439" y="336118"/>
                  </a:lnTo>
                  <a:lnTo>
                    <a:pt x="1384957" y="288101"/>
                  </a:lnTo>
                  <a:lnTo>
                    <a:pt x="1345475" y="240084"/>
                  </a:lnTo>
                  <a:lnTo>
                    <a:pt x="1305993" y="192067"/>
                  </a:lnTo>
                  <a:lnTo>
                    <a:pt x="1266512" y="144050"/>
                  </a:lnTo>
                  <a:lnTo>
                    <a:pt x="1227030" y="96033"/>
                  </a:lnTo>
                  <a:lnTo>
                    <a:pt x="1187548" y="48016"/>
                  </a:lnTo>
                  <a:lnTo>
                    <a:pt x="1148067" y="0"/>
                  </a:lnTo>
                  <a:lnTo>
                    <a:pt x="1100299" y="36584"/>
                  </a:lnTo>
                  <a:lnTo>
                    <a:pt x="1050117" y="69780"/>
                  </a:lnTo>
                  <a:lnTo>
                    <a:pt x="997762" y="99430"/>
                  </a:lnTo>
                  <a:lnTo>
                    <a:pt x="943483" y="125392"/>
                  </a:lnTo>
                  <a:lnTo>
                    <a:pt x="887540" y="147541"/>
                  </a:lnTo>
                  <a:lnTo>
                    <a:pt x="830201" y="165772"/>
                  </a:lnTo>
                  <a:lnTo>
                    <a:pt x="771738" y="179998"/>
                  </a:lnTo>
                  <a:lnTo>
                    <a:pt x="712433" y="190151"/>
                  </a:lnTo>
                  <a:lnTo>
                    <a:pt x="652568" y="196181"/>
                  </a:lnTo>
                  <a:lnTo>
                    <a:pt x="592429" y="198061"/>
                  </a:lnTo>
                  <a:lnTo>
                    <a:pt x="532305" y="195781"/>
                  </a:lnTo>
                  <a:lnTo>
                    <a:pt x="472481" y="189353"/>
                  </a:lnTo>
                  <a:lnTo>
                    <a:pt x="413244" y="178806"/>
                  </a:lnTo>
                  <a:lnTo>
                    <a:pt x="354878" y="164192"/>
                  </a:lnTo>
                  <a:close/>
                </a:path>
              </a:pathLst>
            </a:cu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7510332" y="4224790"/>
              <a:ext cx="1316202" cy="1309615"/>
            </a:xfrm>
            <a:custGeom>
              <a:avLst/>
              <a:pathLst>
                <a:path w="1316202" h="1309615">
                  <a:moveTo>
                    <a:pt x="806932" y="0"/>
                  </a:moveTo>
                  <a:lnTo>
                    <a:pt x="749294" y="23287"/>
                  </a:lnTo>
                  <a:lnTo>
                    <a:pt x="691656" y="46574"/>
                  </a:lnTo>
                  <a:lnTo>
                    <a:pt x="634018" y="69861"/>
                  </a:lnTo>
                  <a:lnTo>
                    <a:pt x="576380" y="93149"/>
                  </a:lnTo>
                  <a:lnTo>
                    <a:pt x="518742" y="116436"/>
                  </a:lnTo>
                  <a:lnTo>
                    <a:pt x="461104" y="139723"/>
                  </a:lnTo>
                  <a:lnTo>
                    <a:pt x="403466" y="163010"/>
                  </a:lnTo>
                  <a:lnTo>
                    <a:pt x="345828" y="186298"/>
                  </a:lnTo>
                  <a:lnTo>
                    <a:pt x="288190" y="209585"/>
                  </a:lnTo>
                  <a:lnTo>
                    <a:pt x="230552" y="232872"/>
                  </a:lnTo>
                  <a:lnTo>
                    <a:pt x="172914" y="256159"/>
                  </a:lnTo>
                  <a:lnTo>
                    <a:pt x="115276" y="279447"/>
                  </a:lnTo>
                  <a:lnTo>
                    <a:pt x="57638" y="302734"/>
                  </a:lnTo>
                  <a:lnTo>
                    <a:pt x="0" y="326021"/>
                  </a:lnTo>
                  <a:lnTo>
                    <a:pt x="23739" y="381947"/>
                  </a:lnTo>
                  <a:lnTo>
                    <a:pt x="49415" y="437010"/>
                  </a:lnTo>
                  <a:lnTo>
                    <a:pt x="76998" y="491144"/>
                  </a:lnTo>
                  <a:lnTo>
                    <a:pt x="106452" y="544282"/>
                  </a:lnTo>
                  <a:lnTo>
                    <a:pt x="137744" y="596360"/>
                  </a:lnTo>
                  <a:lnTo>
                    <a:pt x="170834" y="647314"/>
                  </a:lnTo>
                  <a:lnTo>
                    <a:pt x="205682" y="697082"/>
                  </a:lnTo>
                  <a:lnTo>
                    <a:pt x="242245" y="745603"/>
                  </a:lnTo>
                  <a:lnTo>
                    <a:pt x="280480" y="792819"/>
                  </a:lnTo>
                  <a:lnTo>
                    <a:pt x="320339" y="838672"/>
                  </a:lnTo>
                  <a:lnTo>
                    <a:pt x="361775" y="883106"/>
                  </a:lnTo>
                  <a:lnTo>
                    <a:pt x="404735" y="926067"/>
                  </a:lnTo>
                  <a:lnTo>
                    <a:pt x="449169" y="967502"/>
                  </a:lnTo>
                  <a:lnTo>
                    <a:pt x="495022" y="1007361"/>
                  </a:lnTo>
                  <a:lnTo>
                    <a:pt x="542238" y="1045596"/>
                  </a:lnTo>
                  <a:lnTo>
                    <a:pt x="590760" y="1082160"/>
                  </a:lnTo>
                  <a:lnTo>
                    <a:pt x="640528" y="1117008"/>
                  </a:lnTo>
                  <a:lnTo>
                    <a:pt x="691482" y="1150097"/>
                  </a:lnTo>
                  <a:lnTo>
                    <a:pt x="743559" y="1181389"/>
                  </a:lnTo>
                  <a:lnTo>
                    <a:pt x="796697" y="1210844"/>
                  </a:lnTo>
                  <a:lnTo>
                    <a:pt x="850831" y="1238426"/>
                  </a:lnTo>
                  <a:lnTo>
                    <a:pt x="905894" y="1264103"/>
                  </a:lnTo>
                  <a:lnTo>
                    <a:pt x="961820" y="1287842"/>
                  </a:lnTo>
                  <a:lnTo>
                    <a:pt x="1018540" y="1309615"/>
                  </a:lnTo>
                  <a:lnTo>
                    <a:pt x="1039802" y="1251199"/>
                  </a:lnTo>
                  <a:lnTo>
                    <a:pt x="1061063" y="1192784"/>
                  </a:lnTo>
                  <a:lnTo>
                    <a:pt x="1082325" y="1134368"/>
                  </a:lnTo>
                  <a:lnTo>
                    <a:pt x="1103587" y="1075952"/>
                  </a:lnTo>
                  <a:lnTo>
                    <a:pt x="1124848" y="1017537"/>
                  </a:lnTo>
                  <a:lnTo>
                    <a:pt x="1146110" y="959121"/>
                  </a:lnTo>
                  <a:lnTo>
                    <a:pt x="1167371" y="900705"/>
                  </a:lnTo>
                  <a:lnTo>
                    <a:pt x="1188633" y="842290"/>
                  </a:lnTo>
                  <a:lnTo>
                    <a:pt x="1209894" y="783874"/>
                  </a:lnTo>
                  <a:lnTo>
                    <a:pt x="1231156" y="725459"/>
                  </a:lnTo>
                  <a:lnTo>
                    <a:pt x="1252417" y="667043"/>
                  </a:lnTo>
                  <a:lnTo>
                    <a:pt x="1273679" y="608627"/>
                  </a:lnTo>
                  <a:lnTo>
                    <a:pt x="1294940" y="550212"/>
                  </a:lnTo>
                  <a:lnTo>
                    <a:pt x="1316202" y="491796"/>
                  </a:lnTo>
                  <a:lnTo>
                    <a:pt x="1259879" y="469040"/>
                  </a:lnTo>
                  <a:lnTo>
                    <a:pt x="1205280" y="442411"/>
                  </a:lnTo>
                  <a:lnTo>
                    <a:pt x="1152673" y="412038"/>
                  </a:lnTo>
                  <a:lnTo>
                    <a:pt x="1102312" y="378069"/>
                  </a:lnTo>
                  <a:lnTo>
                    <a:pt x="1054443" y="340670"/>
                  </a:lnTo>
                  <a:lnTo>
                    <a:pt x="1009299" y="300022"/>
                  </a:lnTo>
                  <a:lnTo>
                    <a:pt x="967101" y="256325"/>
                  </a:lnTo>
                  <a:lnTo>
                    <a:pt x="928054" y="209791"/>
                  </a:lnTo>
                  <a:lnTo>
                    <a:pt x="892349" y="160646"/>
                  </a:lnTo>
                  <a:lnTo>
                    <a:pt x="860158" y="109130"/>
                  </a:lnTo>
                  <a:lnTo>
                    <a:pt x="831639" y="55494"/>
                  </a:lnTo>
                  <a:close/>
                </a:path>
              </a:pathLst>
            </a:cu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7383609" y="2708506"/>
              <a:ext cx="1105568" cy="1842305"/>
            </a:xfrm>
            <a:custGeom>
              <a:avLst/>
              <a:pathLst>
                <a:path w="1105568" h="1842305">
                  <a:moveTo>
                    <a:pt x="1105568" y="595131"/>
                  </a:moveTo>
                  <a:lnTo>
                    <a:pt x="1060210" y="552621"/>
                  </a:lnTo>
                  <a:lnTo>
                    <a:pt x="1014851" y="510112"/>
                  </a:lnTo>
                  <a:lnTo>
                    <a:pt x="969493" y="467603"/>
                  </a:lnTo>
                  <a:lnTo>
                    <a:pt x="924134" y="425093"/>
                  </a:lnTo>
                  <a:lnTo>
                    <a:pt x="878776" y="382584"/>
                  </a:lnTo>
                  <a:lnTo>
                    <a:pt x="833417" y="340074"/>
                  </a:lnTo>
                  <a:lnTo>
                    <a:pt x="788059" y="297565"/>
                  </a:lnTo>
                  <a:lnTo>
                    <a:pt x="742700" y="255056"/>
                  </a:lnTo>
                  <a:lnTo>
                    <a:pt x="697342" y="212546"/>
                  </a:lnTo>
                  <a:lnTo>
                    <a:pt x="651983" y="170037"/>
                  </a:lnTo>
                  <a:lnTo>
                    <a:pt x="606625" y="127528"/>
                  </a:lnTo>
                  <a:lnTo>
                    <a:pt x="561267" y="85018"/>
                  </a:lnTo>
                  <a:lnTo>
                    <a:pt x="515908" y="42509"/>
                  </a:lnTo>
                  <a:lnTo>
                    <a:pt x="470550" y="0"/>
                  </a:lnTo>
                  <a:lnTo>
                    <a:pt x="430303" y="44454"/>
                  </a:lnTo>
                  <a:lnTo>
                    <a:pt x="391612" y="90269"/>
                  </a:lnTo>
                  <a:lnTo>
                    <a:pt x="354521" y="137389"/>
                  </a:lnTo>
                  <a:lnTo>
                    <a:pt x="319076" y="185759"/>
                  </a:lnTo>
                  <a:lnTo>
                    <a:pt x="285318" y="235321"/>
                  </a:lnTo>
                  <a:lnTo>
                    <a:pt x="253288" y="286016"/>
                  </a:lnTo>
                  <a:lnTo>
                    <a:pt x="223022" y="337785"/>
                  </a:lnTo>
                  <a:lnTo>
                    <a:pt x="194558" y="390566"/>
                  </a:lnTo>
                  <a:lnTo>
                    <a:pt x="167929" y="444295"/>
                  </a:lnTo>
                  <a:lnTo>
                    <a:pt x="143166" y="498911"/>
                  </a:lnTo>
                  <a:lnTo>
                    <a:pt x="120300" y="554346"/>
                  </a:lnTo>
                  <a:lnTo>
                    <a:pt x="99356" y="610537"/>
                  </a:lnTo>
                  <a:lnTo>
                    <a:pt x="80361" y="667415"/>
                  </a:lnTo>
                  <a:lnTo>
                    <a:pt x="63336" y="724914"/>
                  </a:lnTo>
                  <a:lnTo>
                    <a:pt x="48302" y="782966"/>
                  </a:lnTo>
                  <a:lnTo>
                    <a:pt x="35276" y="841501"/>
                  </a:lnTo>
                  <a:lnTo>
                    <a:pt x="24274" y="900450"/>
                  </a:lnTo>
                  <a:lnTo>
                    <a:pt x="15310" y="959742"/>
                  </a:lnTo>
                  <a:lnTo>
                    <a:pt x="8393" y="1019309"/>
                  </a:lnTo>
                  <a:lnTo>
                    <a:pt x="3532" y="1079078"/>
                  </a:lnTo>
                  <a:lnTo>
                    <a:pt x="733" y="1138980"/>
                  </a:lnTo>
                  <a:lnTo>
                    <a:pt x="0" y="1198942"/>
                  </a:lnTo>
                  <a:lnTo>
                    <a:pt x="1331" y="1258894"/>
                  </a:lnTo>
                  <a:lnTo>
                    <a:pt x="4728" y="1318764"/>
                  </a:lnTo>
                  <a:lnTo>
                    <a:pt x="10184" y="1378482"/>
                  </a:lnTo>
                  <a:lnTo>
                    <a:pt x="17695" y="1437976"/>
                  </a:lnTo>
                  <a:lnTo>
                    <a:pt x="27250" y="1497177"/>
                  </a:lnTo>
                  <a:lnTo>
                    <a:pt x="38839" y="1556013"/>
                  </a:lnTo>
                  <a:lnTo>
                    <a:pt x="52448" y="1614415"/>
                  </a:lnTo>
                  <a:lnTo>
                    <a:pt x="68060" y="1672314"/>
                  </a:lnTo>
                  <a:lnTo>
                    <a:pt x="85658" y="1729640"/>
                  </a:lnTo>
                  <a:lnTo>
                    <a:pt x="105219" y="1786327"/>
                  </a:lnTo>
                  <a:lnTo>
                    <a:pt x="126722" y="1842305"/>
                  </a:lnTo>
                  <a:lnTo>
                    <a:pt x="184360" y="1819018"/>
                  </a:lnTo>
                  <a:lnTo>
                    <a:pt x="241998" y="1795731"/>
                  </a:lnTo>
                  <a:lnTo>
                    <a:pt x="299636" y="1772444"/>
                  </a:lnTo>
                  <a:lnTo>
                    <a:pt x="357274" y="1749156"/>
                  </a:lnTo>
                  <a:lnTo>
                    <a:pt x="414912" y="1725869"/>
                  </a:lnTo>
                  <a:lnTo>
                    <a:pt x="472550" y="1702582"/>
                  </a:lnTo>
                  <a:lnTo>
                    <a:pt x="530188" y="1679294"/>
                  </a:lnTo>
                  <a:lnTo>
                    <a:pt x="587826" y="1656007"/>
                  </a:lnTo>
                  <a:lnTo>
                    <a:pt x="645464" y="1632720"/>
                  </a:lnTo>
                  <a:lnTo>
                    <a:pt x="703102" y="1609433"/>
                  </a:lnTo>
                  <a:lnTo>
                    <a:pt x="760740" y="1586145"/>
                  </a:lnTo>
                  <a:lnTo>
                    <a:pt x="818378" y="1562858"/>
                  </a:lnTo>
                  <a:lnTo>
                    <a:pt x="876016" y="1539571"/>
                  </a:lnTo>
                  <a:lnTo>
                    <a:pt x="933654" y="1516284"/>
                  </a:lnTo>
                  <a:lnTo>
                    <a:pt x="912543" y="1458169"/>
                  </a:lnTo>
                  <a:lnTo>
                    <a:pt x="895612" y="1398701"/>
                  </a:lnTo>
                  <a:lnTo>
                    <a:pt x="882945" y="1338182"/>
                  </a:lnTo>
                  <a:lnTo>
                    <a:pt x="874607" y="1276916"/>
                  </a:lnTo>
                  <a:lnTo>
                    <a:pt x="870640" y="1215213"/>
                  </a:lnTo>
                  <a:lnTo>
                    <a:pt x="871064" y="1153384"/>
                  </a:lnTo>
                  <a:lnTo>
                    <a:pt x="875877" y="1091741"/>
                  </a:lnTo>
                  <a:lnTo>
                    <a:pt x="885054" y="1030595"/>
                  </a:lnTo>
                  <a:lnTo>
                    <a:pt x="898549" y="970255"/>
                  </a:lnTo>
                  <a:lnTo>
                    <a:pt x="916295" y="911026"/>
                  </a:lnTo>
                  <a:lnTo>
                    <a:pt x="938201" y="853206"/>
                  </a:lnTo>
                  <a:lnTo>
                    <a:pt x="964157" y="797087"/>
                  </a:lnTo>
                  <a:lnTo>
                    <a:pt x="994032" y="742952"/>
                  </a:lnTo>
                  <a:lnTo>
                    <a:pt x="1027675" y="691076"/>
                  </a:lnTo>
                  <a:lnTo>
                    <a:pt x="1064916" y="641719"/>
                  </a:lnTo>
                  <a:close/>
                </a:path>
              </a:pathLst>
            </a:cu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7854159" y="2158160"/>
              <a:ext cx="1270036" cy="1145477"/>
            </a:xfrm>
            <a:custGeom>
              <a:avLst/>
              <a:pathLst>
                <a:path w="1270036" h="1145477">
                  <a:moveTo>
                    <a:pt x="1270036" y="870304"/>
                  </a:moveTo>
                  <a:lnTo>
                    <a:pt x="1270036" y="808139"/>
                  </a:lnTo>
                  <a:lnTo>
                    <a:pt x="1270036" y="745975"/>
                  </a:lnTo>
                  <a:lnTo>
                    <a:pt x="1270036" y="683810"/>
                  </a:lnTo>
                  <a:lnTo>
                    <a:pt x="1270036" y="621645"/>
                  </a:lnTo>
                  <a:lnTo>
                    <a:pt x="1270036" y="559481"/>
                  </a:lnTo>
                  <a:lnTo>
                    <a:pt x="1270036" y="497316"/>
                  </a:lnTo>
                  <a:lnTo>
                    <a:pt x="1270036" y="435152"/>
                  </a:lnTo>
                  <a:lnTo>
                    <a:pt x="1270036" y="372987"/>
                  </a:lnTo>
                  <a:lnTo>
                    <a:pt x="1270036" y="310822"/>
                  </a:lnTo>
                  <a:lnTo>
                    <a:pt x="1270036" y="248658"/>
                  </a:lnTo>
                  <a:lnTo>
                    <a:pt x="1270036" y="186493"/>
                  </a:lnTo>
                  <a:lnTo>
                    <a:pt x="1270036" y="124329"/>
                  </a:lnTo>
                  <a:lnTo>
                    <a:pt x="1270036" y="62164"/>
                  </a:lnTo>
                  <a:lnTo>
                    <a:pt x="1270036" y="0"/>
                  </a:lnTo>
                  <a:lnTo>
                    <a:pt x="1210736" y="1010"/>
                  </a:lnTo>
                  <a:lnTo>
                    <a:pt x="1151504" y="4040"/>
                  </a:lnTo>
                  <a:lnTo>
                    <a:pt x="1092410" y="9086"/>
                  </a:lnTo>
                  <a:lnTo>
                    <a:pt x="1033522" y="16143"/>
                  </a:lnTo>
                  <a:lnTo>
                    <a:pt x="974909" y="25202"/>
                  </a:lnTo>
                  <a:lnTo>
                    <a:pt x="916638" y="36253"/>
                  </a:lnTo>
                  <a:lnTo>
                    <a:pt x="858778" y="49282"/>
                  </a:lnTo>
                  <a:lnTo>
                    <a:pt x="801395" y="64275"/>
                  </a:lnTo>
                  <a:lnTo>
                    <a:pt x="744556" y="81214"/>
                  </a:lnTo>
                  <a:lnTo>
                    <a:pt x="688327" y="100080"/>
                  </a:lnTo>
                  <a:lnTo>
                    <a:pt x="632774" y="120850"/>
                  </a:lnTo>
                  <a:lnTo>
                    <a:pt x="577961" y="143501"/>
                  </a:lnTo>
                  <a:lnTo>
                    <a:pt x="523951" y="168007"/>
                  </a:lnTo>
                  <a:lnTo>
                    <a:pt x="470807" y="194338"/>
                  </a:lnTo>
                  <a:lnTo>
                    <a:pt x="418591" y="222464"/>
                  </a:lnTo>
                  <a:lnTo>
                    <a:pt x="367364" y="252354"/>
                  </a:lnTo>
                  <a:lnTo>
                    <a:pt x="317185" y="283971"/>
                  </a:lnTo>
                  <a:lnTo>
                    <a:pt x="268112" y="317279"/>
                  </a:lnTo>
                  <a:lnTo>
                    <a:pt x="220203" y="352239"/>
                  </a:lnTo>
                  <a:lnTo>
                    <a:pt x="173512" y="388812"/>
                  </a:lnTo>
                  <a:lnTo>
                    <a:pt x="128094" y="426954"/>
                  </a:lnTo>
                  <a:lnTo>
                    <a:pt x="84002" y="466621"/>
                  </a:lnTo>
                  <a:lnTo>
                    <a:pt x="41288" y="507768"/>
                  </a:lnTo>
                  <a:lnTo>
                    <a:pt x="0" y="550346"/>
                  </a:lnTo>
                  <a:lnTo>
                    <a:pt x="45358" y="592855"/>
                  </a:lnTo>
                  <a:lnTo>
                    <a:pt x="90716" y="635364"/>
                  </a:lnTo>
                  <a:lnTo>
                    <a:pt x="136075" y="677874"/>
                  </a:lnTo>
                  <a:lnTo>
                    <a:pt x="181433" y="720383"/>
                  </a:lnTo>
                  <a:lnTo>
                    <a:pt x="226792" y="762892"/>
                  </a:lnTo>
                  <a:lnTo>
                    <a:pt x="272150" y="805402"/>
                  </a:lnTo>
                  <a:lnTo>
                    <a:pt x="317509" y="847911"/>
                  </a:lnTo>
                  <a:lnTo>
                    <a:pt x="362867" y="890421"/>
                  </a:lnTo>
                  <a:lnTo>
                    <a:pt x="408226" y="932930"/>
                  </a:lnTo>
                  <a:lnTo>
                    <a:pt x="453584" y="975439"/>
                  </a:lnTo>
                  <a:lnTo>
                    <a:pt x="498942" y="1017949"/>
                  </a:lnTo>
                  <a:lnTo>
                    <a:pt x="544301" y="1060458"/>
                  </a:lnTo>
                  <a:lnTo>
                    <a:pt x="589659" y="1102967"/>
                  </a:lnTo>
                  <a:lnTo>
                    <a:pt x="635018" y="1145477"/>
                  </a:lnTo>
                  <a:lnTo>
                    <a:pt x="677019" y="1103615"/>
                  </a:lnTo>
                  <a:lnTo>
                    <a:pt x="721774" y="1064710"/>
                  </a:lnTo>
                  <a:lnTo>
                    <a:pt x="769074" y="1028943"/>
                  </a:lnTo>
                  <a:lnTo>
                    <a:pt x="818700" y="996481"/>
                  </a:lnTo>
                  <a:lnTo>
                    <a:pt x="870422" y="967473"/>
                  </a:lnTo>
                  <a:lnTo>
                    <a:pt x="923998" y="942055"/>
                  </a:lnTo>
                  <a:lnTo>
                    <a:pt x="979182" y="920344"/>
                  </a:lnTo>
                  <a:lnTo>
                    <a:pt x="1035715" y="902441"/>
                  </a:lnTo>
                  <a:lnTo>
                    <a:pt x="1093337" y="888430"/>
                  </a:lnTo>
                  <a:lnTo>
                    <a:pt x="1151779" y="878376"/>
                  </a:lnTo>
                  <a:lnTo>
                    <a:pt x="1210770" y="872324"/>
                  </a:lnTo>
                  <a:close/>
                </a:path>
              </a:pathLst>
            </a:cu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9426284" y="2614447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0156589" y="3433712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0037786" y="4465005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9127504" y="5099015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8000381" y="4751344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7623928" y="3572777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8388171" y="2614447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8802430" y="1281260"/>
              <a:ext cx="643532" cy="225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</a:t>
              </a:r>
            </a:p>
          </p:txBody>
        </p:sp>
        <p:sp>
          <p:nvSpPr>
            <p:cNvPr id="43" name="rc42"/>
            <p:cNvSpPr/>
            <p:nvPr/>
          </p:nvSpPr>
          <p:spPr>
            <a:xfrm>
              <a:off x="69589" y="6074529"/>
              <a:ext cx="12052821" cy="3481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667978" y="6162289"/>
              <a:ext cx="201455" cy="235864"/>
            </a:xfrm>
            <a:prstGeom prst="rect">
              <a:avLst/>
            </a:pr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2026587" y="6162289"/>
              <a:ext cx="201456" cy="235864"/>
            </a:xfrm>
            <a:prstGeom prst="rect">
              <a:avLst/>
            </a:pr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460582" y="6162289"/>
              <a:ext cx="201456" cy="235864"/>
            </a:xfrm>
            <a:prstGeom prst="rect">
              <a:avLst/>
            </a:pr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5120130" y="6162289"/>
              <a:ext cx="201456" cy="235864"/>
            </a:xfrm>
            <a:prstGeom prst="rect">
              <a:avLst/>
            </a:pr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7021079" y="6162289"/>
              <a:ext cx="201455" cy="235864"/>
            </a:xfrm>
            <a:prstGeom prst="rect">
              <a:avLst/>
            </a:pr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9147580" y="6162289"/>
              <a:ext cx="201455" cy="235864"/>
            </a:xfrm>
            <a:prstGeom prst="rect">
              <a:avLst/>
            </a:pr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10156278" y="6162289"/>
              <a:ext cx="201455" cy="235864"/>
            </a:xfrm>
            <a:prstGeom prst="rect">
              <a:avLst/>
            </a:pr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954350" y="6236744"/>
              <a:ext cx="993576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Flourisher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2312958" y="6193881"/>
              <a:ext cx="1073249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 Seeker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3746954" y="6193881"/>
              <a:ext cx="129867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Joyful Striver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406501" y="6196560"/>
              <a:ext cx="1536104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Purpose Seeker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7307450" y="6196560"/>
              <a:ext cx="1761529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Purposeful Striver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9433951" y="6234065"/>
              <a:ext cx="643830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Striver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10442649" y="6236744"/>
              <a:ext cx="1106685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Triumvirate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060715" y="1165807"/>
              <a:ext cx="70569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JAM TYPE DISTRIBUTION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9589" y="6074529"/>
              <a:ext cx="12052821" cy="3481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69589" y="1288850"/>
              <a:ext cx="3991000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4060589" y="1288850"/>
              <a:ext cx="39910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4100499" y="1288850"/>
              <a:ext cx="3991000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8091500" y="1288850"/>
              <a:ext cx="39910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8131410" y="1288850"/>
              <a:ext cx="3991000" cy="4785678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69589" y="1903268"/>
              <a:ext cx="3991000" cy="3991000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065089" y="2302368"/>
              <a:ext cx="1266896" cy="1110738"/>
            </a:xfrm>
            <a:custGeom>
              <a:avLst/>
              <a:pathLst>
                <a:path w="1266896" h="1110738">
                  <a:moveTo>
                    <a:pt x="633448" y="1110738"/>
                  </a:moveTo>
                  <a:lnTo>
                    <a:pt x="678694" y="1076048"/>
                  </a:lnTo>
                  <a:lnTo>
                    <a:pt x="723940" y="1041358"/>
                  </a:lnTo>
                  <a:lnTo>
                    <a:pt x="769186" y="1006668"/>
                  </a:lnTo>
                  <a:lnTo>
                    <a:pt x="814433" y="971978"/>
                  </a:lnTo>
                  <a:lnTo>
                    <a:pt x="859679" y="937288"/>
                  </a:lnTo>
                  <a:lnTo>
                    <a:pt x="904925" y="902598"/>
                  </a:lnTo>
                  <a:lnTo>
                    <a:pt x="950172" y="867908"/>
                  </a:lnTo>
                  <a:lnTo>
                    <a:pt x="995418" y="833217"/>
                  </a:lnTo>
                  <a:lnTo>
                    <a:pt x="1040664" y="798527"/>
                  </a:lnTo>
                  <a:lnTo>
                    <a:pt x="1085910" y="763837"/>
                  </a:lnTo>
                  <a:lnTo>
                    <a:pt x="1131157" y="729147"/>
                  </a:lnTo>
                  <a:lnTo>
                    <a:pt x="1176403" y="694457"/>
                  </a:lnTo>
                  <a:lnTo>
                    <a:pt x="1221649" y="659767"/>
                  </a:lnTo>
                  <a:lnTo>
                    <a:pt x="1266896" y="625077"/>
                  </a:lnTo>
                  <a:lnTo>
                    <a:pt x="1233194" y="582632"/>
                  </a:lnTo>
                  <a:lnTo>
                    <a:pt x="1198070" y="541355"/>
                  </a:lnTo>
                  <a:lnTo>
                    <a:pt x="1161566" y="501294"/>
                  </a:lnTo>
                  <a:lnTo>
                    <a:pt x="1123723" y="462496"/>
                  </a:lnTo>
                  <a:lnTo>
                    <a:pt x="1084585" y="425004"/>
                  </a:lnTo>
                  <a:lnTo>
                    <a:pt x="1044197" y="388863"/>
                  </a:lnTo>
                  <a:lnTo>
                    <a:pt x="1002605" y="354113"/>
                  </a:lnTo>
                  <a:lnTo>
                    <a:pt x="959858" y="320796"/>
                  </a:lnTo>
                  <a:lnTo>
                    <a:pt x="916004" y="288948"/>
                  </a:lnTo>
                  <a:lnTo>
                    <a:pt x="871094" y="258608"/>
                  </a:lnTo>
                  <a:lnTo>
                    <a:pt x="825181" y="229809"/>
                  </a:lnTo>
                  <a:lnTo>
                    <a:pt x="778316" y="202586"/>
                  </a:lnTo>
                  <a:lnTo>
                    <a:pt x="730554" y="176969"/>
                  </a:lnTo>
                  <a:lnTo>
                    <a:pt x="681950" y="152988"/>
                  </a:lnTo>
                  <a:lnTo>
                    <a:pt x="632561" y="130671"/>
                  </a:lnTo>
                  <a:lnTo>
                    <a:pt x="582442" y="110043"/>
                  </a:lnTo>
                  <a:lnTo>
                    <a:pt x="531651" y="91129"/>
                  </a:lnTo>
                  <a:lnTo>
                    <a:pt x="480248" y="73949"/>
                  </a:lnTo>
                  <a:lnTo>
                    <a:pt x="428292" y="58525"/>
                  </a:lnTo>
                  <a:lnTo>
                    <a:pt x="375841" y="44873"/>
                  </a:lnTo>
                  <a:lnTo>
                    <a:pt x="322958" y="33009"/>
                  </a:lnTo>
                  <a:lnTo>
                    <a:pt x="269702" y="22947"/>
                  </a:lnTo>
                  <a:lnTo>
                    <a:pt x="216136" y="14698"/>
                  </a:lnTo>
                  <a:lnTo>
                    <a:pt x="162320" y="8273"/>
                  </a:lnTo>
                  <a:lnTo>
                    <a:pt x="108317" y="3678"/>
                  </a:lnTo>
                  <a:lnTo>
                    <a:pt x="54190" y="920"/>
                  </a:lnTo>
                  <a:lnTo>
                    <a:pt x="0" y="0"/>
                  </a:lnTo>
                  <a:lnTo>
                    <a:pt x="0" y="57014"/>
                  </a:lnTo>
                  <a:lnTo>
                    <a:pt x="0" y="114028"/>
                  </a:lnTo>
                  <a:lnTo>
                    <a:pt x="0" y="171042"/>
                  </a:lnTo>
                  <a:lnTo>
                    <a:pt x="0" y="228057"/>
                  </a:lnTo>
                  <a:lnTo>
                    <a:pt x="0" y="285071"/>
                  </a:lnTo>
                  <a:lnTo>
                    <a:pt x="0" y="342085"/>
                  </a:lnTo>
                  <a:lnTo>
                    <a:pt x="0" y="399100"/>
                  </a:lnTo>
                  <a:lnTo>
                    <a:pt x="0" y="456114"/>
                  </a:lnTo>
                  <a:lnTo>
                    <a:pt x="0" y="513128"/>
                  </a:lnTo>
                  <a:lnTo>
                    <a:pt x="0" y="570142"/>
                  </a:lnTo>
                  <a:lnTo>
                    <a:pt x="0" y="627157"/>
                  </a:lnTo>
                  <a:lnTo>
                    <a:pt x="0" y="684171"/>
                  </a:lnTo>
                  <a:lnTo>
                    <a:pt x="0" y="741185"/>
                  </a:lnTo>
                  <a:lnTo>
                    <a:pt x="0" y="798200"/>
                  </a:lnTo>
                  <a:lnTo>
                    <a:pt x="56238" y="800183"/>
                  </a:lnTo>
                  <a:lnTo>
                    <a:pt x="112197" y="806124"/>
                  </a:lnTo>
                  <a:lnTo>
                    <a:pt x="167598" y="815993"/>
                  </a:lnTo>
                  <a:lnTo>
                    <a:pt x="222167" y="829741"/>
                  </a:lnTo>
                  <a:lnTo>
                    <a:pt x="275631" y="847300"/>
                  </a:lnTo>
                  <a:lnTo>
                    <a:pt x="327725" y="868581"/>
                  </a:lnTo>
                  <a:lnTo>
                    <a:pt x="378190" y="893481"/>
                  </a:lnTo>
                  <a:lnTo>
                    <a:pt x="426775" y="921873"/>
                  </a:lnTo>
                  <a:lnTo>
                    <a:pt x="473240" y="953619"/>
                  </a:lnTo>
                  <a:lnTo>
                    <a:pt x="517352" y="988559"/>
                  </a:lnTo>
                  <a:lnTo>
                    <a:pt x="558892" y="1026521"/>
                  </a:lnTo>
                  <a:lnTo>
                    <a:pt x="597655" y="1067315"/>
                  </a:lnTo>
                  <a:close/>
                </a:path>
              </a:pathLst>
            </a:cu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2698537" y="2927445"/>
              <a:ext cx="962926" cy="1146275"/>
            </a:xfrm>
            <a:custGeom>
              <a:avLst/>
              <a:pathLst>
                <a:path w="962926" h="1146275">
                  <a:moveTo>
                    <a:pt x="159944" y="1058799"/>
                  </a:moveTo>
                  <a:lnTo>
                    <a:pt x="216615" y="1065047"/>
                  </a:lnTo>
                  <a:lnTo>
                    <a:pt x="273286" y="1071295"/>
                  </a:lnTo>
                  <a:lnTo>
                    <a:pt x="329956" y="1077544"/>
                  </a:lnTo>
                  <a:lnTo>
                    <a:pt x="386627" y="1083792"/>
                  </a:lnTo>
                  <a:lnTo>
                    <a:pt x="443298" y="1090040"/>
                  </a:lnTo>
                  <a:lnTo>
                    <a:pt x="499969" y="1096289"/>
                  </a:lnTo>
                  <a:lnTo>
                    <a:pt x="556640" y="1102537"/>
                  </a:lnTo>
                  <a:lnTo>
                    <a:pt x="613311" y="1108785"/>
                  </a:lnTo>
                  <a:lnTo>
                    <a:pt x="669982" y="1115033"/>
                  </a:lnTo>
                  <a:lnTo>
                    <a:pt x="726653" y="1121282"/>
                  </a:lnTo>
                  <a:lnTo>
                    <a:pt x="783323" y="1127530"/>
                  </a:lnTo>
                  <a:lnTo>
                    <a:pt x="839994" y="1133778"/>
                  </a:lnTo>
                  <a:lnTo>
                    <a:pt x="896665" y="1140027"/>
                  </a:lnTo>
                  <a:lnTo>
                    <a:pt x="953336" y="1146275"/>
                  </a:lnTo>
                  <a:lnTo>
                    <a:pt x="958453" y="1091082"/>
                  </a:lnTo>
                  <a:lnTo>
                    <a:pt x="961651" y="1035745"/>
                  </a:lnTo>
                  <a:lnTo>
                    <a:pt x="962926" y="980330"/>
                  </a:lnTo>
                  <a:lnTo>
                    <a:pt x="962277" y="924904"/>
                  </a:lnTo>
                  <a:lnTo>
                    <a:pt x="959703" y="869535"/>
                  </a:lnTo>
                  <a:lnTo>
                    <a:pt x="955209" y="814288"/>
                  </a:lnTo>
                  <a:lnTo>
                    <a:pt x="948800" y="759230"/>
                  </a:lnTo>
                  <a:lnTo>
                    <a:pt x="940483" y="704428"/>
                  </a:lnTo>
                  <a:lnTo>
                    <a:pt x="930269" y="649948"/>
                  </a:lnTo>
                  <a:lnTo>
                    <a:pt x="918169" y="595855"/>
                  </a:lnTo>
                  <a:lnTo>
                    <a:pt x="904199" y="542215"/>
                  </a:lnTo>
                  <a:lnTo>
                    <a:pt x="888375" y="489092"/>
                  </a:lnTo>
                  <a:lnTo>
                    <a:pt x="870717" y="436550"/>
                  </a:lnTo>
                  <a:lnTo>
                    <a:pt x="851244" y="384653"/>
                  </a:lnTo>
                  <a:lnTo>
                    <a:pt x="829983" y="333464"/>
                  </a:lnTo>
                  <a:lnTo>
                    <a:pt x="806956" y="283043"/>
                  </a:lnTo>
                  <a:lnTo>
                    <a:pt x="782193" y="233453"/>
                  </a:lnTo>
                  <a:lnTo>
                    <a:pt x="755724" y="184752"/>
                  </a:lnTo>
                  <a:lnTo>
                    <a:pt x="727580" y="136999"/>
                  </a:lnTo>
                  <a:lnTo>
                    <a:pt x="697795" y="90252"/>
                  </a:lnTo>
                  <a:lnTo>
                    <a:pt x="666405" y="44567"/>
                  </a:lnTo>
                  <a:lnTo>
                    <a:pt x="633448" y="0"/>
                  </a:lnTo>
                  <a:lnTo>
                    <a:pt x="588201" y="34690"/>
                  </a:lnTo>
                  <a:lnTo>
                    <a:pt x="542955" y="69380"/>
                  </a:lnTo>
                  <a:lnTo>
                    <a:pt x="497709" y="104070"/>
                  </a:lnTo>
                  <a:lnTo>
                    <a:pt x="452462" y="138760"/>
                  </a:lnTo>
                  <a:lnTo>
                    <a:pt x="407216" y="173450"/>
                  </a:lnTo>
                  <a:lnTo>
                    <a:pt x="361970" y="208140"/>
                  </a:lnTo>
                  <a:lnTo>
                    <a:pt x="316724" y="242830"/>
                  </a:lnTo>
                  <a:lnTo>
                    <a:pt x="271477" y="277520"/>
                  </a:lnTo>
                  <a:lnTo>
                    <a:pt x="226231" y="312210"/>
                  </a:lnTo>
                  <a:lnTo>
                    <a:pt x="180985" y="346901"/>
                  </a:lnTo>
                  <a:lnTo>
                    <a:pt x="135738" y="381591"/>
                  </a:lnTo>
                  <a:lnTo>
                    <a:pt x="90492" y="416281"/>
                  </a:lnTo>
                  <a:lnTo>
                    <a:pt x="45246" y="450971"/>
                  </a:lnTo>
                  <a:lnTo>
                    <a:pt x="0" y="485661"/>
                  </a:lnTo>
                  <a:lnTo>
                    <a:pt x="32173" y="530787"/>
                  </a:lnTo>
                  <a:lnTo>
                    <a:pt x="61138" y="578037"/>
                  </a:lnTo>
                  <a:lnTo>
                    <a:pt x="86754" y="627183"/>
                  </a:lnTo>
                  <a:lnTo>
                    <a:pt x="108898" y="677988"/>
                  </a:lnTo>
                  <a:lnTo>
                    <a:pt x="127463" y="730207"/>
                  </a:lnTo>
                  <a:lnTo>
                    <a:pt x="142360" y="783589"/>
                  </a:lnTo>
                  <a:lnTo>
                    <a:pt x="153517" y="837875"/>
                  </a:lnTo>
                  <a:lnTo>
                    <a:pt x="160880" y="892805"/>
                  </a:lnTo>
                  <a:lnTo>
                    <a:pt x="164414" y="948113"/>
                  </a:lnTo>
                  <a:lnTo>
                    <a:pt x="164101" y="1003534"/>
                  </a:lnTo>
                  <a:close/>
                </a:path>
              </a:pathLst>
            </a:cu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2516828" y="3986245"/>
              <a:ext cx="1135045" cy="1228662"/>
            </a:xfrm>
            <a:custGeom>
              <a:avLst/>
              <a:pathLst>
                <a:path w="1135045" h="1228662">
                  <a:moveTo>
                    <a:pt x="0" y="570593"/>
                  </a:moveTo>
                  <a:lnTo>
                    <a:pt x="32267" y="617598"/>
                  </a:lnTo>
                  <a:lnTo>
                    <a:pt x="64534" y="664602"/>
                  </a:lnTo>
                  <a:lnTo>
                    <a:pt x="96801" y="711607"/>
                  </a:lnTo>
                  <a:lnTo>
                    <a:pt x="129068" y="758612"/>
                  </a:lnTo>
                  <a:lnTo>
                    <a:pt x="161335" y="805617"/>
                  </a:lnTo>
                  <a:lnTo>
                    <a:pt x="193602" y="852622"/>
                  </a:lnTo>
                  <a:lnTo>
                    <a:pt x="225869" y="899627"/>
                  </a:lnTo>
                  <a:lnTo>
                    <a:pt x="258136" y="946632"/>
                  </a:lnTo>
                  <a:lnTo>
                    <a:pt x="290403" y="993637"/>
                  </a:lnTo>
                  <a:lnTo>
                    <a:pt x="322670" y="1040642"/>
                  </a:lnTo>
                  <a:lnTo>
                    <a:pt x="354937" y="1087647"/>
                  </a:lnTo>
                  <a:lnTo>
                    <a:pt x="387204" y="1134652"/>
                  </a:lnTo>
                  <a:lnTo>
                    <a:pt x="419471" y="1181657"/>
                  </a:lnTo>
                  <a:lnTo>
                    <a:pt x="451739" y="1228662"/>
                  </a:lnTo>
                  <a:lnTo>
                    <a:pt x="496440" y="1196832"/>
                  </a:lnTo>
                  <a:lnTo>
                    <a:pt x="540020" y="1163485"/>
                  </a:lnTo>
                  <a:lnTo>
                    <a:pt x="582429" y="1128660"/>
                  </a:lnTo>
                  <a:lnTo>
                    <a:pt x="623616" y="1092398"/>
                  </a:lnTo>
                  <a:lnTo>
                    <a:pt x="663532" y="1054742"/>
                  </a:lnTo>
                  <a:lnTo>
                    <a:pt x="702130" y="1015736"/>
                  </a:lnTo>
                  <a:lnTo>
                    <a:pt x="739365" y="975426"/>
                  </a:lnTo>
                  <a:lnTo>
                    <a:pt x="775193" y="933861"/>
                  </a:lnTo>
                  <a:lnTo>
                    <a:pt x="809571" y="891089"/>
                  </a:lnTo>
                  <a:lnTo>
                    <a:pt x="842458" y="847160"/>
                  </a:lnTo>
                  <a:lnTo>
                    <a:pt x="873816" y="802127"/>
                  </a:lnTo>
                  <a:lnTo>
                    <a:pt x="903608" y="756043"/>
                  </a:lnTo>
                  <a:lnTo>
                    <a:pt x="931799" y="708962"/>
                  </a:lnTo>
                  <a:lnTo>
                    <a:pt x="958354" y="660941"/>
                  </a:lnTo>
                  <a:lnTo>
                    <a:pt x="983244" y="612035"/>
                  </a:lnTo>
                  <a:lnTo>
                    <a:pt x="1006438" y="562302"/>
                  </a:lnTo>
                  <a:lnTo>
                    <a:pt x="1027909" y="511801"/>
                  </a:lnTo>
                  <a:lnTo>
                    <a:pt x="1047631" y="460593"/>
                  </a:lnTo>
                  <a:lnTo>
                    <a:pt x="1065582" y="408737"/>
                  </a:lnTo>
                  <a:lnTo>
                    <a:pt x="1081741" y="356294"/>
                  </a:lnTo>
                  <a:lnTo>
                    <a:pt x="1096087" y="303327"/>
                  </a:lnTo>
                  <a:lnTo>
                    <a:pt x="1108604" y="249899"/>
                  </a:lnTo>
                  <a:lnTo>
                    <a:pt x="1119277" y="196071"/>
                  </a:lnTo>
                  <a:lnTo>
                    <a:pt x="1128095" y="141909"/>
                  </a:lnTo>
                  <a:lnTo>
                    <a:pt x="1135045" y="87476"/>
                  </a:lnTo>
                  <a:lnTo>
                    <a:pt x="1078374" y="81227"/>
                  </a:lnTo>
                  <a:lnTo>
                    <a:pt x="1021703" y="74979"/>
                  </a:lnTo>
                  <a:lnTo>
                    <a:pt x="965032" y="68731"/>
                  </a:lnTo>
                  <a:lnTo>
                    <a:pt x="908362" y="62483"/>
                  </a:lnTo>
                  <a:lnTo>
                    <a:pt x="851691" y="56234"/>
                  </a:lnTo>
                  <a:lnTo>
                    <a:pt x="795020" y="49986"/>
                  </a:lnTo>
                  <a:lnTo>
                    <a:pt x="738349" y="43738"/>
                  </a:lnTo>
                  <a:lnTo>
                    <a:pt x="681678" y="37489"/>
                  </a:lnTo>
                  <a:lnTo>
                    <a:pt x="625007" y="31241"/>
                  </a:lnTo>
                  <a:lnTo>
                    <a:pt x="568336" y="24993"/>
                  </a:lnTo>
                  <a:lnTo>
                    <a:pt x="511665" y="18744"/>
                  </a:lnTo>
                  <a:lnTo>
                    <a:pt x="454995" y="12496"/>
                  </a:lnTo>
                  <a:lnTo>
                    <a:pt x="398324" y="6248"/>
                  </a:lnTo>
                  <a:lnTo>
                    <a:pt x="341653" y="0"/>
                  </a:lnTo>
                  <a:lnTo>
                    <a:pt x="333360" y="56547"/>
                  </a:lnTo>
                  <a:lnTo>
                    <a:pt x="321041" y="112356"/>
                  </a:lnTo>
                  <a:lnTo>
                    <a:pt x="304761" y="167141"/>
                  </a:lnTo>
                  <a:lnTo>
                    <a:pt x="284603" y="220620"/>
                  </a:lnTo>
                  <a:lnTo>
                    <a:pt x="260669" y="272520"/>
                  </a:lnTo>
                  <a:lnTo>
                    <a:pt x="233083" y="322574"/>
                  </a:lnTo>
                  <a:lnTo>
                    <a:pt x="201986" y="370525"/>
                  </a:lnTo>
                  <a:lnTo>
                    <a:pt x="167538" y="416129"/>
                  </a:lnTo>
                  <a:lnTo>
                    <a:pt x="129915" y="459151"/>
                  </a:lnTo>
                  <a:lnTo>
                    <a:pt x="89309" y="499370"/>
                  </a:lnTo>
                  <a:lnTo>
                    <a:pt x="45930" y="536581"/>
                  </a:lnTo>
                  <a:close/>
                </a:path>
              </a:pathLst>
            </a:cu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1599400" y="4556838"/>
              <a:ext cx="1369167" cy="938158"/>
            </a:xfrm>
            <a:custGeom>
              <a:avLst/>
              <a:pathLst>
                <a:path w="1369167" h="938158">
                  <a:moveTo>
                    <a:pt x="232844" y="105413"/>
                  </a:moveTo>
                  <a:lnTo>
                    <a:pt x="216212" y="159948"/>
                  </a:lnTo>
                  <a:lnTo>
                    <a:pt x="199581" y="214483"/>
                  </a:lnTo>
                  <a:lnTo>
                    <a:pt x="182949" y="269017"/>
                  </a:lnTo>
                  <a:lnTo>
                    <a:pt x="166317" y="323552"/>
                  </a:lnTo>
                  <a:lnTo>
                    <a:pt x="149685" y="378086"/>
                  </a:lnTo>
                  <a:lnTo>
                    <a:pt x="133054" y="432621"/>
                  </a:lnTo>
                  <a:lnTo>
                    <a:pt x="116422" y="487155"/>
                  </a:lnTo>
                  <a:lnTo>
                    <a:pt x="99790" y="541690"/>
                  </a:lnTo>
                  <a:lnTo>
                    <a:pt x="83158" y="596224"/>
                  </a:lnTo>
                  <a:lnTo>
                    <a:pt x="66527" y="650759"/>
                  </a:lnTo>
                  <a:lnTo>
                    <a:pt x="49895" y="705293"/>
                  </a:lnTo>
                  <a:lnTo>
                    <a:pt x="33263" y="759828"/>
                  </a:lnTo>
                  <a:lnTo>
                    <a:pt x="16631" y="814362"/>
                  </a:lnTo>
                  <a:lnTo>
                    <a:pt x="0" y="868897"/>
                  </a:lnTo>
                  <a:lnTo>
                    <a:pt x="52982" y="884061"/>
                  </a:lnTo>
                  <a:lnTo>
                    <a:pt x="106456" y="897387"/>
                  </a:lnTo>
                  <a:lnTo>
                    <a:pt x="160359" y="908859"/>
                  </a:lnTo>
                  <a:lnTo>
                    <a:pt x="214625" y="918465"/>
                  </a:lnTo>
                  <a:lnTo>
                    <a:pt x="269190" y="926191"/>
                  </a:lnTo>
                  <a:lnTo>
                    <a:pt x="323990" y="932029"/>
                  </a:lnTo>
                  <a:lnTo>
                    <a:pt x="378959" y="935973"/>
                  </a:lnTo>
                  <a:lnTo>
                    <a:pt x="434031" y="938016"/>
                  </a:lnTo>
                  <a:lnTo>
                    <a:pt x="489140" y="938158"/>
                  </a:lnTo>
                  <a:lnTo>
                    <a:pt x="544222" y="936398"/>
                  </a:lnTo>
                  <a:lnTo>
                    <a:pt x="599210" y="932737"/>
                  </a:lnTo>
                  <a:lnTo>
                    <a:pt x="654039" y="927180"/>
                  </a:lnTo>
                  <a:lnTo>
                    <a:pt x="708643" y="919735"/>
                  </a:lnTo>
                  <a:lnTo>
                    <a:pt x="762958" y="910409"/>
                  </a:lnTo>
                  <a:lnTo>
                    <a:pt x="816919" y="899213"/>
                  </a:lnTo>
                  <a:lnTo>
                    <a:pt x="870461" y="886162"/>
                  </a:lnTo>
                  <a:lnTo>
                    <a:pt x="923521" y="871271"/>
                  </a:lnTo>
                  <a:lnTo>
                    <a:pt x="976035" y="854557"/>
                  </a:lnTo>
                  <a:lnTo>
                    <a:pt x="1027941" y="836041"/>
                  </a:lnTo>
                  <a:lnTo>
                    <a:pt x="1079177" y="815744"/>
                  </a:lnTo>
                  <a:lnTo>
                    <a:pt x="1129682" y="793690"/>
                  </a:lnTo>
                  <a:lnTo>
                    <a:pt x="1179395" y="769907"/>
                  </a:lnTo>
                  <a:lnTo>
                    <a:pt x="1228258" y="744421"/>
                  </a:lnTo>
                  <a:lnTo>
                    <a:pt x="1276212" y="717265"/>
                  </a:lnTo>
                  <a:lnTo>
                    <a:pt x="1323201" y="688469"/>
                  </a:lnTo>
                  <a:lnTo>
                    <a:pt x="1369167" y="658069"/>
                  </a:lnTo>
                  <a:lnTo>
                    <a:pt x="1336900" y="611064"/>
                  </a:lnTo>
                  <a:lnTo>
                    <a:pt x="1304633" y="564059"/>
                  </a:lnTo>
                  <a:lnTo>
                    <a:pt x="1272366" y="517054"/>
                  </a:lnTo>
                  <a:lnTo>
                    <a:pt x="1240099" y="470049"/>
                  </a:lnTo>
                  <a:lnTo>
                    <a:pt x="1207832" y="423044"/>
                  </a:lnTo>
                  <a:lnTo>
                    <a:pt x="1175564" y="376039"/>
                  </a:lnTo>
                  <a:lnTo>
                    <a:pt x="1143297" y="329034"/>
                  </a:lnTo>
                  <a:lnTo>
                    <a:pt x="1111030" y="282029"/>
                  </a:lnTo>
                  <a:lnTo>
                    <a:pt x="1078763" y="235024"/>
                  </a:lnTo>
                  <a:lnTo>
                    <a:pt x="1046496" y="188019"/>
                  </a:lnTo>
                  <a:lnTo>
                    <a:pt x="1014229" y="141014"/>
                  </a:lnTo>
                  <a:lnTo>
                    <a:pt x="981962" y="94009"/>
                  </a:lnTo>
                  <a:lnTo>
                    <a:pt x="949695" y="47004"/>
                  </a:lnTo>
                  <a:lnTo>
                    <a:pt x="917428" y="0"/>
                  </a:lnTo>
                  <a:lnTo>
                    <a:pt x="870951" y="29597"/>
                  </a:lnTo>
                  <a:lnTo>
                    <a:pt x="822542" y="55918"/>
                  </a:lnTo>
                  <a:lnTo>
                    <a:pt x="772433" y="78837"/>
                  </a:lnTo>
                  <a:lnTo>
                    <a:pt x="720862" y="98244"/>
                  </a:lnTo>
                  <a:lnTo>
                    <a:pt x="668075" y="114046"/>
                  </a:lnTo>
                  <a:lnTo>
                    <a:pt x="614324" y="126169"/>
                  </a:lnTo>
                  <a:lnTo>
                    <a:pt x="559864" y="134555"/>
                  </a:lnTo>
                  <a:lnTo>
                    <a:pt x="504955" y="139164"/>
                  </a:lnTo>
                  <a:lnTo>
                    <a:pt x="449860" y="139973"/>
                  </a:lnTo>
                  <a:lnTo>
                    <a:pt x="394839" y="136980"/>
                  </a:lnTo>
                  <a:lnTo>
                    <a:pt x="340157" y="130197"/>
                  </a:lnTo>
                  <a:lnTo>
                    <a:pt x="286073" y="119659"/>
                  </a:lnTo>
                  <a:close/>
                </a:path>
              </a:pathLst>
            </a:cu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502214" y="4061491"/>
              <a:ext cx="1330030" cy="1364243"/>
            </a:xfrm>
            <a:custGeom>
              <a:avLst/>
              <a:pathLst>
                <a:path w="1330030" h="1364243">
                  <a:moveTo>
                    <a:pt x="781437" y="0"/>
                  </a:moveTo>
                  <a:lnTo>
                    <a:pt x="725620" y="11623"/>
                  </a:lnTo>
                  <a:lnTo>
                    <a:pt x="669803" y="23246"/>
                  </a:lnTo>
                  <a:lnTo>
                    <a:pt x="613986" y="34869"/>
                  </a:lnTo>
                  <a:lnTo>
                    <a:pt x="558169" y="46492"/>
                  </a:lnTo>
                  <a:lnTo>
                    <a:pt x="502352" y="58115"/>
                  </a:lnTo>
                  <a:lnTo>
                    <a:pt x="446535" y="69738"/>
                  </a:lnTo>
                  <a:lnTo>
                    <a:pt x="390718" y="81361"/>
                  </a:lnTo>
                  <a:lnTo>
                    <a:pt x="334901" y="92984"/>
                  </a:lnTo>
                  <a:lnTo>
                    <a:pt x="279084" y="104607"/>
                  </a:lnTo>
                  <a:lnTo>
                    <a:pt x="223267" y="116230"/>
                  </a:lnTo>
                  <a:lnTo>
                    <a:pt x="167450" y="127853"/>
                  </a:lnTo>
                  <a:lnTo>
                    <a:pt x="111633" y="139476"/>
                  </a:lnTo>
                  <a:lnTo>
                    <a:pt x="55816" y="151099"/>
                  </a:lnTo>
                  <a:lnTo>
                    <a:pt x="0" y="162723"/>
                  </a:lnTo>
                  <a:lnTo>
                    <a:pt x="12155" y="216436"/>
                  </a:lnTo>
                  <a:lnTo>
                    <a:pt x="26156" y="269699"/>
                  </a:lnTo>
                  <a:lnTo>
                    <a:pt x="41986" y="322447"/>
                  </a:lnTo>
                  <a:lnTo>
                    <a:pt x="59625" y="374617"/>
                  </a:lnTo>
                  <a:lnTo>
                    <a:pt x="79054" y="426148"/>
                  </a:lnTo>
                  <a:lnTo>
                    <a:pt x="100249" y="476978"/>
                  </a:lnTo>
                  <a:lnTo>
                    <a:pt x="123184" y="527047"/>
                  </a:lnTo>
                  <a:lnTo>
                    <a:pt x="147832" y="576295"/>
                  </a:lnTo>
                  <a:lnTo>
                    <a:pt x="174165" y="624664"/>
                  </a:lnTo>
                  <a:lnTo>
                    <a:pt x="202150" y="672095"/>
                  </a:lnTo>
                  <a:lnTo>
                    <a:pt x="231755" y="718533"/>
                  </a:lnTo>
                  <a:lnTo>
                    <a:pt x="262944" y="763923"/>
                  </a:lnTo>
                  <a:lnTo>
                    <a:pt x="295679" y="808209"/>
                  </a:lnTo>
                  <a:lnTo>
                    <a:pt x="329923" y="851340"/>
                  </a:lnTo>
                  <a:lnTo>
                    <a:pt x="365635" y="893264"/>
                  </a:lnTo>
                  <a:lnTo>
                    <a:pt x="402771" y="933932"/>
                  </a:lnTo>
                  <a:lnTo>
                    <a:pt x="441287" y="973294"/>
                  </a:lnTo>
                  <a:lnTo>
                    <a:pt x="481139" y="1011304"/>
                  </a:lnTo>
                  <a:lnTo>
                    <a:pt x="522277" y="1047917"/>
                  </a:lnTo>
                  <a:lnTo>
                    <a:pt x="564655" y="1083090"/>
                  </a:lnTo>
                  <a:lnTo>
                    <a:pt x="608220" y="1116779"/>
                  </a:lnTo>
                  <a:lnTo>
                    <a:pt x="652921" y="1148946"/>
                  </a:lnTo>
                  <a:lnTo>
                    <a:pt x="698705" y="1179552"/>
                  </a:lnTo>
                  <a:lnTo>
                    <a:pt x="745518" y="1208561"/>
                  </a:lnTo>
                  <a:lnTo>
                    <a:pt x="793303" y="1235938"/>
                  </a:lnTo>
                  <a:lnTo>
                    <a:pt x="842004" y="1261650"/>
                  </a:lnTo>
                  <a:lnTo>
                    <a:pt x="891563" y="1285667"/>
                  </a:lnTo>
                  <a:lnTo>
                    <a:pt x="941921" y="1307960"/>
                  </a:lnTo>
                  <a:lnTo>
                    <a:pt x="993018" y="1328503"/>
                  </a:lnTo>
                  <a:lnTo>
                    <a:pt x="1044794" y="1347272"/>
                  </a:lnTo>
                  <a:lnTo>
                    <a:pt x="1097185" y="1364243"/>
                  </a:lnTo>
                  <a:lnTo>
                    <a:pt x="1113817" y="1309709"/>
                  </a:lnTo>
                  <a:lnTo>
                    <a:pt x="1130449" y="1255174"/>
                  </a:lnTo>
                  <a:lnTo>
                    <a:pt x="1147081" y="1200640"/>
                  </a:lnTo>
                  <a:lnTo>
                    <a:pt x="1163712" y="1146105"/>
                  </a:lnTo>
                  <a:lnTo>
                    <a:pt x="1180344" y="1091570"/>
                  </a:lnTo>
                  <a:lnTo>
                    <a:pt x="1196976" y="1037036"/>
                  </a:lnTo>
                  <a:lnTo>
                    <a:pt x="1213608" y="982501"/>
                  </a:lnTo>
                  <a:lnTo>
                    <a:pt x="1230239" y="927967"/>
                  </a:lnTo>
                  <a:lnTo>
                    <a:pt x="1246871" y="873432"/>
                  </a:lnTo>
                  <a:lnTo>
                    <a:pt x="1263503" y="818898"/>
                  </a:lnTo>
                  <a:lnTo>
                    <a:pt x="1280135" y="764363"/>
                  </a:lnTo>
                  <a:lnTo>
                    <a:pt x="1296766" y="709829"/>
                  </a:lnTo>
                  <a:lnTo>
                    <a:pt x="1313398" y="655294"/>
                  </a:lnTo>
                  <a:lnTo>
                    <a:pt x="1330030" y="600760"/>
                  </a:lnTo>
                  <a:lnTo>
                    <a:pt x="1276232" y="582233"/>
                  </a:lnTo>
                  <a:lnTo>
                    <a:pt x="1223891" y="559920"/>
                  </a:lnTo>
                  <a:lnTo>
                    <a:pt x="1173273" y="533936"/>
                  </a:lnTo>
                  <a:lnTo>
                    <a:pt x="1124634" y="504411"/>
                  </a:lnTo>
                  <a:lnTo>
                    <a:pt x="1078222" y="471497"/>
                  </a:lnTo>
                  <a:lnTo>
                    <a:pt x="1034273" y="435359"/>
                  </a:lnTo>
                  <a:lnTo>
                    <a:pt x="993009" y="396183"/>
                  </a:lnTo>
                  <a:lnTo>
                    <a:pt x="954642" y="354167"/>
                  </a:lnTo>
                  <a:lnTo>
                    <a:pt x="919365" y="309524"/>
                  </a:lnTo>
                  <a:lnTo>
                    <a:pt x="887357" y="262482"/>
                  </a:lnTo>
                  <a:lnTo>
                    <a:pt x="858783" y="213279"/>
                  </a:lnTo>
                  <a:lnTo>
                    <a:pt x="833786" y="162166"/>
                  </a:lnTo>
                  <a:lnTo>
                    <a:pt x="812494" y="109401"/>
                  </a:lnTo>
                  <a:lnTo>
                    <a:pt x="795015" y="55254"/>
                  </a:lnTo>
                  <a:close/>
                </a:path>
              </a:pathLst>
            </a:cu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468702" y="2745952"/>
              <a:ext cx="1044229" cy="1478262"/>
            </a:xfrm>
            <a:custGeom>
              <a:avLst/>
              <a:pathLst>
                <a:path w="1044229" h="1478262">
                  <a:moveTo>
                    <a:pt x="1044229" y="576407"/>
                  </a:moveTo>
                  <a:lnTo>
                    <a:pt x="1004789" y="535235"/>
                  </a:lnTo>
                  <a:lnTo>
                    <a:pt x="965350" y="494063"/>
                  </a:lnTo>
                  <a:lnTo>
                    <a:pt x="925910" y="452891"/>
                  </a:lnTo>
                  <a:lnTo>
                    <a:pt x="886470" y="411719"/>
                  </a:lnTo>
                  <a:lnTo>
                    <a:pt x="847030" y="370547"/>
                  </a:lnTo>
                  <a:lnTo>
                    <a:pt x="807591" y="329375"/>
                  </a:lnTo>
                  <a:lnTo>
                    <a:pt x="768151" y="288203"/>
                  </a:lnTo>
                  <a:lnTo>
                    <a:pt x="728711" y="247031"/>
                  </a:lnTo>
                  <a:lnTo>
                    <a:pt x="689271" y="205859"/>
                  </a:lnTo>
                  <a:lnTo>
                    <a:pt x="649831" y="164687"/>
                  </a:lnTo>
                  <a:lnTo>
                    <a:pt x="610392" y="123515"/>
                  </a:lnTo>
                  <a:lnTo>
                    <a:pt x="570952" y="82343"/>
                  </a:lnTo>
                  <a:lnTo>
                    <a:pt x="531512" y="41171"/>
                  </a:lnTo>
                  <a:lnTo>
                    <a:pt x="492072" y="0"/>
                  </a:lnTo>
                  <a:lnTo>
                    <a:pt x="452516" y="39238"/>
                  </a:lnTo>
                  <a:lnTo>
                    <a:pt x="414354" y="79832"/>
                  </a:lnTo>
                  <a:lnTo>
                    <a:pt x="377631" y="121734"/>
                  </a:lnTo>
                  <a:lnTo>
                    <a:pt x="342393" y="164891"/>
                  </a:lnTo>
                  <a:lnTo>
                    <a:pt x="308682" y="209252"/>
                  </a:lnTo>
                  <a:lnTo>
                    <a:pt x="276540" y="254762"/>
                  </a:lnTo>
                  <a:lnTo>
                    <a:pt x="246006" y="301366"/>
                  </a:lnTo>
                  <a:lnTo>
                    <a:pt x="217116" y="349007"/>
                  </a:lnTo>
                  <a:lnTo>
                    <a:pt x="189906" y="397628"/>
                  </a:lnTo>
                  <a:lnTo>
                    <a:pt x="164410" y="447168"/>
                  </a:lnTo>
                  <a:lnTo>
                    <a:pt x="140658" y="497568"/>
                  </a:lnTo>
                  <a:lnTo>
                    <a:pt x="118679" y="548766"/>
                  </a:lnTo>
                  <a:lnTo>
                    <a:pt x="98500" y="600699"/>
                  </a:lnTo>
                  <a:lnTo>
                    <a:pt x="80146" y="653306"/>
                  </a:lnTo>
                  <a:lnTo>
                    <a:pt x="63639" y="706520"/>
                  </a:lnTo>
                  <a:lnTo>
                    <a:pt x="48999" y="760279"/>
                  </a:lnTo>
                  <a:lnTo>
                    <a:pt x="36243" y="814515"/>
                  </a:lnTo>
                  <a:lnTo>
                    <a:pt x="25388" y="869164"/>
                  </a:lnTo>
                  <a:lnTo>
                    <a:pt x="16447" y="924158"/>
                  </a:lnTo>
                  <a:lnTo>
                    <a:pt x="9430" y="979430"/>
                  </a:lnTo>
                  <a:lnTo>
                    <a:pt x="4346" y="1034914"/>
                  </a:lnTo>
                  <a:lnTo>
                    <a:pt x="1201" y="1090542"/>
                  </a:lnTo>
                  <a:lnTo>
                    <a:pt x="0" y="1146245"/>
                  </a:lnTo>
                  <a:lnTo>
                    <a:pt x="742" y="1201956"/>
                  </a:lnTo>
                  <a:lnTo>
                    <a:pt x="3429" y="1257607"/>
                  </a:lnTo>
                  <a:lnTo>
                    <a:pt x="8056" y="1313131"/>
                  </a:lnTo>
                  <a:lnTo>
                    <a:pt x="14618" y="1368460"/>
                  </a:lnTo>
                  <a:lnTo>
                    <a:pt x="23106" y="1423525"/>
                  </a:lnTo>
                  <a:lnTo>
                    <a:pt x="33511" y="1478262"/>
                  </a:lnTo>
                  <a:lnTo>
                    <a:pt x="89328" y="1466638"/>
                  </a:lnTo>
                  <a:lnTo>
                    <a:pt x="145145" y="1455015"/>
                  </a:lnTo>
                  <a:lnTo>
                    <a:pt x="200962" y="1443392"/>
                  </a:lnTo>
                  <a:lnTo>
                    <a:pt x="256779" y="1431769"/>
                  </a:lnTo>
                  <a:lnTo>
                    <a:pt x="312596" y="1420146"/>
                  </a:lnTo>
                  <a:lnTo>
                    <a:pt x="368413" y="1408523"/>
                  </a:lnTo>
                  <a:lnTo>
                    <a:pt x="424230" y="1396900"/>
                  </a:lnTo>
                  <a:lnTo>
                    <a:pt x="480047" y="1385277"/>
                  </a:lnTo>
                  <a:lnTo>
                    <a:pt x="535864" y="1373654"/>
                  </a:lnTo>
                  <a:lnTo>
                    <a:pt x="591681" y="1362031"/>
                  </a:lnTo>
                  <a:lnTo>
                    <a:pt x="647498" y="1350408"/>
                  </a:lnTo>
                  <a:lnTo>
                    <a:pt x="703315" y="1338785"/>
                  </a:lnTo>
                  <a:lnTo>
                    <a:pt x="759132" y="1327162"/>
                  </a:lnTo>
                  <a:lnTo>
                    <a:pt x="814949" y="1315538"/>
                  </a:lnTo>
                  <a:lnTo>
                    <a:pt x="805236" y="1258666"/>
                  </a:lnTo>
                  <a:lnTo>
                    <a:pt x="799656" y="1201239"/>
                  </a:lnTo>
                  <a:lnTo>
                    <a:pt x="798240" y="1143560"/>
                  </a:lnTo>
                  <a:lnTo>
                    <a:pt x="800993" y="1085930"/>
                  </a:lnTo>
                  <a:lnTo>
                    <a:pt x="807903" y="1028649"/>
                  </a:lnTo>
                  <a:lnTo>
                    <a:pt x="818932" y="972016"/>
                  </a:lnTo>
                  <a:lnTo>
                    <a:pt x="834023" y="916328"/>
                  </a:lnTo>
                  <a:lnTo>
                    <a:pt x="853098" y="861876"/>
                  </a:lnTo>
                  <a:lnTo>
                    <a:pt x="876056" y="808944"/>
                  </a:lnTo>
                  <a:lnTo>
                    <a:pt x="902778" y="757809"/>
                  </a:lnTo>
                  <a:lnTo>
                    <a:pt x="933123" y="708737"/>
                  </a:lnTo>
                  <a:lnTo>
                    <a:pt x="966934" y="661986"/>
                  </a:lnTo>
                  <a:lnTo>
                    <a:pt x="1004034" y="617799"/>
                  </a:lnTo>
                  <a:close/>
                </a:path>
              </a:pathLst>
            </a:cu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960775" y="2302368"/>
              <a:ext cx="1104313" cy="1019992"/>
            </a:xfrm>
            <a:custGeom>
              <a:avLst/>
              <a:pathLst>
                <a:path w="1104313" h="1019992">
                  <a:moveTo>
                    <a:pt x="1104313" y="798200"/>
                  </a:moveTo>
                  <a:lnTo>
                    <a:pt x="1104313" y="741185"/>
                  </a:lnTo>
                  <a:lnTo>
                    <a:pt x="1104313" y="684171"/>
                  </a:lnTo>
                  <a:lnTo>
                    <a:pt x="1104313" y="627157"/>
                  </a:lnTo>
                  <a:lnTo>
                    <a:pt x="1104313" y="570142"/>
                  </a:lnTo>
                  <a:lnTo>
                    <a:pt x="1104313" y="513128"/>
                  </a:lnTo>
                  <a:lnTo>
                    <a:pt x="1104313" y="456114"/>
                  </a:lnTo>
                  <a:lnTo>
                    <a:pt x="1104313" y="399100"/>
                  </a:lnTo>
                  <a:lnTo>
                    <a:pt x="1104313" y="342085"/>
                  </a:lnTo>
                  <a:lnTo>
                    <a:pt x="1104313" y="285071"/>
                  </a:lnTo>
                  <a:lnTo>
                    <a:pt x="1104313" y="228057"/>
                  </a:lnTo>
                  <a:lnTo>
                    <a:pt x="1104313" y="171042"/>
                  </a:lnTo>
                  <a:lnTo>
                    <a:pt x="1104313" y="114028"/>
                  </a:lnTo>
                  <a:lnTo>
                    <a:pt x="1104313" y="57014"/>
                  </a:lnTo>
                  <a:lnTo>
                    <a:pt x="1104313" y="0"/>
                  </a:lnTo>
                  <a:lnTo>
                    <a:pt x="1048892" y="962"/>
                  </a:lnTo>
                  <a:lnTo>
                    <a:pt x="993538" y="3848"/>
                  </a:lnTo>
                  <a:lnTo>
                    <a:pt x="938317" y="8653"/>
                  </a:lnTo>
                  <a:lnTo>
                    <a:pt x="883296" y="15373"/>
                  </a:lnTo>
                  <a:lnTo>
                    <a:pt x="828542" y="23999"/>
                  </a:lnTo>
                  <a:lnTo>
                    <a:pt x="774120" y="34521"/>
                  </a:lnTo>
                  <a:lnTo>
                    <a:pt x="720097" y="46925"/>
                  </a:lnTo>
                  <a:lnTo>
                    <a:pt x="666536" y="61198"/>
                  </a:lnTo>
                  <a:lnTo>
                    <a:pt x="613503" y="77321"/>
                  </a:lnTo>
                  <a:lnTo>
                    <a:pt x="561062" y="95276"/>
                  </a:lnTo>
                  <a:lnTo>
                    <a:pt x="509276" y="115041"/>
                  </a:lnTo>
                  <a:lnTo>
                    <a:pt x="458208" y="136591"/>
                  </a:lnTo>
                  <a:lnTo>
                    <a:pt x="407918" y="159902"/>
                  </a:lnTo>
                  <a:lnTo>
                    <a:pt x="358468" y="184944"/>
                  </a:lnTo>
                  <a:lnTo>
                    <a:pt x="309917" y="211688"/>
                  </a:lnTo>
                  <a:lnTo>
                    <a:pt x="262323" y="240101"/>
                  </a:lnTo>
                  <a:lnTo>
                    <a:pt x="215745" y="270149"/>
                  </a:lnTo>
                  <a:lnTo>
                    <a:pt x="170238" y="301797"/>
                  </a:lnTo>
                  <a:lnTo>
                    <a:pt x="125857" y="335005"/>
                  </a:lnTo>
                  <a:lnTo>
                    <a:pt x="82656" y="369733"/>
                  </a:lnTo>
                  <a:lnTo>
                    <a:pt x="40687" y="405941"/>
                  </a:lnTo>
                  <a:lnTo>
                    <a:pt x="0" y="443584"/>
                  </a:lnTo>
                  <a:lnTo>
                    <a:pt x="39439" y="484756"/>
                  </a:lnTo>
                  <a:lnTo>
                    <a:pt x="78879" y="525928"/>
                  </a:lnTo>
                  <a:lnTo>
                    <a:pt x="118319" y="567100"/>
                  </a:lnTo>
                  <a:lnTo>
                    <a:pt x="157759" y="608272"/>
                  </a:lnTo>
                  <a:lnTo>
                    <a:pt x="197198" y="649444"/>
                  </a:lnTo>
                  <a:lnTo>
                    <a:pt x="236638" y="690616"/>
                  </a:lnTo>
                  <a:lnTo>
                    <a:pt x="276078" y="731788"/>
                  </a:lnTo>
                  <a:lnTo>
                    <a:pt x="315518" y="772960"/>
                  </a:lnTo>
                  <a:lnTo>
                    <a:pt x="354958" y="814132"/>
                  </a:lnTo>
                  <a:lnTo>
                    <a:pt x="394397" y="855304"/>
                  </a:lnTo>
                  <a:lnTo>
                    <a:pt x="433837" y="896476"/>
                  </a:lnTo>
                  <a:lnTo>
                    <a:pt x="473277" y="937648"/>
                  </a:lnTo>
                  <a:lnTo>
                    <a:pt x="512717" y="978820"/>
                  </a:lnTo>
                  <a:lnTo>
                    <a:pt x="552156" y="1019992"/>
                  </a:lnTo>
                  <a:lnTo>
                    <a:pt x="593485" y="983067"/>
                  </a:lnTo>
                  <a:lnTo>
                    <a:pt x="637276" y="949098"/>
                  </a:lnTo>
                  <a:lnTo>
                    <a:pt x="683318" y="918250"/>
                  </a:lnTo>
                  <a:lnTo>
                    <a:pt x="731391" y="890672"/>
                  </a:lnTo>
                  <a:lnTo>
                    <a:pt x="781261" y="866495"/>
                  </a:lnTo>
                  <a:lnTo>
                    <a:pt x="832688" y="845838"/>
                  </a:lnTo>
                  <a:lnTo>
                    <a:pt x="885425" y="828799"/>
                  </a:lnTo>
                  <a:lnTo>
                    <a:pt x="939217" y="815460"/>
                  </a:lnTo>
                  <a:lnTo>
                    <a:pt x="993805" y="805886"/>
                  </a:lnTo>
                  <a:lnTo>
                    <a:pt x="1048926" y="800124"/>
                  </a:lnTo>
                  <a:close/>
                </a:path>
              </a:pathLst>
            </a:cu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377886" y="2738557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001356" y="3490446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875354" y="4427353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2030336" y="4995630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963984" y="4619638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04576" y="3457546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1401842" y="2701258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743322" y="1285278"/>
              <a:ext cx="643532" cy="221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Xilio</a:t>
              </a:r>
            </a:p>
          </p:txBody>
        </p:sp>
        <p:sp>
          <p:nvSpPr>
            <p:cNvPr id="27" name="rc26"/>
            <p:cNvSpPr/>
            <p:nvPr/>
          </p:nvSpPr>
          <p:spPr>
            <a:xfrm>
              <a:off x="4060589" y="1723008"/>
              <a:ext cx="39910" cy="43515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4080544" y="1920804"/>
              <a:ext cx="0" cy="3955928"/>
            </a:xfrm>
            <a:custGeom>
              <a:avLst/>
              <a:pathLst>
                <a:path w="0" h="3955928">
                  <a:moveTo>
                    <a:pt x="0" y="3955928"/>
                  </a:move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4100499" y="1903268"/>
              <a:ext cx="3991000" cy="3991000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6096000" y="2302368"/>
              <a:ext cx="1144829" cy="1040104"/>
            </a:xfrm>
            <a:custGeom>
              <a:avLst/>
              <a:pathLst>
                <a:path w="1144829" h="1040104">
                  <a:moveTo>
                    <a:pt x="572414" y="1040104"/>
                  </a:moveTo>
                  <a:lnTo>
                    <a:pt x="613301" y="1000369"/>
                  </a:lnTo>
                  <a:lnTo>
                    <a:pt x="654188" y="960633"/>
                  </a:lnTo>
                  <a:lnTo>
                    <a:pt x="695074" y="920898"/>
                  </a:lnTo>
                  <a:lnTo>
                    <a:pt x="735961" y="881162"/>
                  </a:lnTo>
                  <a:lnTo>
                    <a:pt x="776848" y="841427"/>
                  </a:lnTo>
                  <a:lnTo>
                    <a:pt x="817735" y="801692"/>
                  </a:lnTo>
                  <a:lnTo>
                    <a:pt x="858622" y="761956"/>
                  </a:lnTo>
                  <a:lnTo>
                    <a:pt x="899508" y="722221"/>
                  </a:lnTo>
                  <a:lnTo>
                    <a:pt x="940395" y="682485"/>
                  </a:lnTo>
                  <a:lnTo>
                    <a:pt x="981282" y="642750"/>
                  </a:lnTo>
                  <a:lnTo>
                    <a:pt x="1022169" y="603015"/>
                  </a:lnTo>
                  <a:lnTo>
                    <a:pt x="1063055" y="563279"/>
                  </a:lnTo>
                  <a:lnTo>
                    <a:pt x="1103942" y="523544"/>
                  </a:lnTo>
                  <a:lnTo>
                    <a:pt x="1144829" y="483808"/>
                  </a:lnTo>
                  <a:lnTo>
                    <a:pt x="1105462" y="444685"/>
                  </a:lnTo>
                  <a:lnTo>
                    <a:pt x="1064758" y="406953"/>
                  </a:lnTo>
                  <a:lnTo>
                    <a:pt x="1022767" y="370659"/>
                  </a:lnTo>
                  <a:lnTo>
                    <a:pt x="979541" y="335847"/>
                  </a:lnTo>
                  <a:lnTo>
                    <a:pt x="935130" y="302558"/>
                  </a:lnTo>
                  <a:lnTo>
                    <a:pt x="889589" y="270834"/>
                  </a:lnTo>
                  <a:lnTo>
                    <a:pt x="842972" y="240711"/>
                  </a:lnTo>
                  <a:lnTo>
                    <a:pt x="795337" y="212228"/>
                  </a:lnTo>
                  <a:lnTo>
                    <a:pt x="746740" y="185417"/>
                  </a:lnTo>
                  <a:lnTo>
                    <a:pt x="697241" y="160312"/>
                  </a:lnTo>
                  <a:lnTo>
                    <a:pt x="646899" y="136943"/>
                  </a:lnTo>
                  <a:lnTo>
                    <a:pt x="595774" y="115337"/>
                  </a:lnTo>
                  <a:lnTo>
                    <a:pt x="543930" y="95522"/>
                  </a:lnTo>
                  <a:lnTo>
                    <a:pt x="491429" y="77521"/>
                  </a:lnTo>
                  <a:lnTo>
                    <a:pt x="438333" y="61357"/>
                  </a:lnTo>
                  <a:lnTo>
                    <a:pt x="384707" y="47047"/>
                  </a:lnTo>
                  <a:lnTo>
                    <a:pt x="330617" y="34610"/>
                  </a:lnTo>
                  <a:lnTo>
                    <a:pt x="276127" y="24062"/>
                  </a:lnTo>
                  <a:lnTo>
                    <a:pt x="221303" y="15413"/>
                  </a:lnTo>
                  <a:lnTo>
                    <a:pt x="166212" y="8676"/>
                  </a:lnTo>
                  <a:lnTo>
                    <a:pt x="110919" y="3858"/>
                  </a:lnTo>
                  <a:lnTo>
                    <a:pt x="55493" y="964"/>
                  </a:lnTo>
                  <a:lnTo>
                    <a:pt x="0" y="0"/>
                  </a:lnTo>
                  <a:lnTo>
                    <a:pt x="0" y="57014"/>
                  </a:lnTo>
                  <a:lnTo>
                    <a:pt x="0" y="114028"/>
                  </a:lnTo>
                  <a:lnTo>
                    <a:pt x="0" y="171042"/>
                  </a:lnTo>
                  <a:lnTo>
                    <a:pt x="0" y="228057"/>
                  </a:lnTo>
                  <a:lnTo>
                    <a:pt x="0" y="285071"/>
                  </a:lnTo>
                  <a:lnTo>
                    <a:pt x="0" y="342085"/>
                  </a:lnTo>
                  <a:lnTo>
                    <a:pt x="0" y="399100"/>
                  </a:lnTo>
                  <a:lnTo>
                    <a:pt x="0" y="456114"/>
                  </a:lnTo>
                  <a:lnTo>
                    <a:pt x="0" y="513128"/>
                  </a:lnTo>
                  <a:lnTo>
                    <a:pt x="0" y="570142"/>
                  </a:lnTo>
                  <a:lnTo>
                    <a:pt x="0" y="627157"/>
                  </a:lnTo>
                  <a:lnTo>
                    <a:pt x="0" y="684171"/>
                  </a:lnTo>
                  <a:lnTo>
                    <a:pt x="0" y="741185"/>
                  </a:lnTo>
                  <a:lnTo>
                    <a:pt x="0" y="798200"/>
                  </a:lnTo>
                  <a:lnTo>
                    <a:pt x="57976" y="800308"/>
                  </a:lnTo>
                  <a:lnTo>
                    <a:pt x="115646" y="806622"/>
                  </a:lnTo>
                  <a:lnTo>
                    <a:pt x="172705" y="817108"/>
                  </a:lnTo>
                  <a:lnTo>
                    <a:pt x="228852" y="831710"/>
                  </a:lnTo>
                  <a:lnTo>
                    <a:pt x="283790" y="850353"/>
                  </a:lnTo>
                  <a:lnTo>
                    <a:pt x="337229" y="872936"/>
                  </a:lnTo>
                  <a:lnTo>
                    <a:pt x="388886" y="899341"/>
                  </a:lnTo>
                  <a:lnTo>
                    <a:pt x="438489" y="929429"/>
                  </a:lnTo>
                  <a:lnTo>
                    <a:pt x="485776" y="963040"/>
                  </a:lnTo>
                  <a:lnTo>
                    <a:pt x="530496" y="999997"/>
                  </a:lnTo>
                  <a:close/>
                </a:path>
              </a:pathLst>
            </a:cu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6668414" y="2786177"/>
              <a:ext cx="1023751" cy="1518425"/>
            </a:xfrm>
            <a:custGeom>
              <a:avLst/>
              <a:pathLst>
                <a:path w="1023751" h="1518425">
                  <a:moveTo>
                    <a:pt x="199562" y="1315508"/>
                  </a:moveTo>
                  <a:lnTo>
                    <a:pt x="254703" y="1330002"/>
                  </a:lnTo>
                  <a:lnTo>
                    <a:pt x="309844" y="1344496"/>
                  </a:lnTo>
                  <a:lnTo>
                    <a:pt x="364985" y="1358990"/>
                  </a:lnTo>
                  <a:lnTo>
                    <a:pt x="420126" y="1373484"/>
                  </a:lnTo>
                  <a:lnTo>
                    <a:pt x="475268" y="1387978"/>
                  </a:lnTo>
                  <a:lnTo>
                    <a:pt x="530409" y="1402472"/>
                  </a:lnTo>
                  <a:lnTo>
                    <a:pt x="585550" y="1416966"/>
                  </a:lnTo>
                  <a:lnTo>
                    <a:pt x="640691" y="1431461"/>
                  </a:lnTo>
                  <a:lnTo>
                    <a:pt x="695832" y="1445955"/>
                  </a:lnTo>
                  <a:lnTo>
                    <a:pt x="750974" y="1460449"/>
                  </a:lnTo>
                  <a:lnTo>
                    <a:pt x="806115" y="1474943"/>
                  </a:lnTo>
                  <a:lnTo>
                    <a:pt x="861256" y="1489437"/>
                  </a:lnTo>
                  <a:lnTo>
                    <a:pt x="916397" y="1503931"/>
                  </a:lnTo>
                  <a:lnTo>
                    <a:pt x="971538" y="1518425"/>
                  </a:lnTo>
                  <a:lnTo>
                    <a:pt x="984538" y="1465283"/>
                  </a:lnTo>
                  <a:lnTo>
                    <a:pt x="995708" y="1411726"/>
                  </a:lnTo>
                  <a:lnTo>
                    <a:pt x="1005038" y="1357819"/>
                  </a:lnTo>
                  <a:lnTo>
                    <a:pt x="1012514" y="1303623"/>
                  </a:lnTo>
                  <a:lnTo>
                    <a:pt x="1018129" y="1249203"/>
                  </a:lnTo>
                  <a:lnTo>
                    <a:pt x="1021876" y="1194622"/>
                  </a:lnTo>
                  <a:lnTo>
                    <a:pt x="1023751" y="1139945"/>
                  </a:lnTo>
                  <a:lnTo>
                    <a:pt x="1023751" y="1085236"/>
                  </a:lnTo>
                  <a:lnTo>
                    <a:pt x="1021876" y="1030559"/>
                  </a:lnTo>
                  <a:lnTo>
                    <a:pt x="1018129" y="975979"/>
                  </a:lnTo>
                  <a:lnTo>
                    <a:pt x="1012514" y="921559"/>
                  </a:lnTo>
                  <a:lnTo>
                    <a:pt x="1005038" y="867363"/>
                  </a:lnTo>
                  <a:lnTo>
                    <a:pt x="995708" y="813455"/>
                  </a:lnTo>
                  <a:lnTo>
                    <a:pt x="984538" y="759899"/>
                  </a:lnTo>
                  <a:lnTo>
                    <a:pt x="971538" y="706757"/>
                  </a:lnTo>
                  <a:lnTo>
                    <a:pt x="956726" y="654091"/>
                  </a:lnTo>
                  <a:lnTo>
                    <a:pt x="940117" y="601964"/>
                  </a:lnTo>
                  <a:lnTo>
                    <a:pt x="921732" y="550437"/>
                  </a:lnTo>
                  <a:lnTo>
                    <a:pt x="901592" y="499569"/>
                  </a:lnTo>
                  <a:lnTo>
                    <a:pt x="879722" y="449422"/>
                  </a:lnTo>
                  <a:lnTo>
                    <a:pt x="856145" y="400054"/>
                  </a:lnTo>
                  <a:lnTo>
                    <a:pt x="830891" y="351522"/>
                  </a:lnTo>
                  <a:lnTo>
                    <a:pt x="803989" y="303885"/>
                  </a:lnTo>
                  <a:lnTo>
                    <a:pt x="775470" y="257197"/>
                  </a:lnTo>
                  <a:lnTo>
                    <a:pt x="745368" y="211514"/>
                  </a:lnTo>
                  <a:lnTo>
                    <a:pt x="713719" y="166889"/>
                  </a:lnTo>
                  <a:lnTo>
                    <a:pt x="680559" y="123374"/>
                  </a:lnTo>
                  <a:lnTo>
                    <a:pt x="645927" y="81022"/>
                  </a:lnTo>
                  <a:lnTo>
                    <a:pt x="609865" y="39881"/>
                  </a:lnTo>
                  <a:lnTo>
                    <a:pt x="572414" y="0"/>
                  </a:lnTo>
                  <a:lnTo>
                    <a:pt x="531527" y="39735"/>
                  </a:lnTo>
                  <a:lnTo>
                    <a:pt x="490641" y="79470"/>
                  </a:lnTo>
                  <a:lnTo>
                    <a:pt x="449754" y="119206"/>
                  </a:lnTo>
                  <a:lnTo>
                    <a:pt x="408867" y="158941"/>
                  </a:lnTo>
                  <a:lnTo>
                    <a:pt x="367980" y="198677"/>
                  </a:lnTo>
                  <a:lnTo>
                    <a:pt x="327094" y="238412"/>
                  </a:lnTo>
                  <a:lnTo>
                    <a:pt x="286207" y="278147"/>
                  </a:lnTo>
                  <a:lnTo>
                    <a:pt x="245320" y="317883"/>
                  </a:lnTo>
                  <a:lnTo>
                    <a:pt x="204433" y="357618"/>
                  </a:lnTo>
                  <a:lnTo>
                    <a:pt x="163547" y="397354"/>
                  </a:lnTo>
                  <a:lnTo>
                    <a:pt x="122660" y="437089"/>
                  </a:lnTo>
                  <a:lnTo>
                    <a:pt x="81773" y="476824"/>
                  </a:lnTo>
                  <a:lnTo>
                    <a:pt x="40886" y="516560"/>
                  </a:lnTo>
                  <a:lnTo>
                    <a:pt x="0" y="556295"/>
                  </a:lnTo>
                  <a:lnTo>
                    <a:pt x="36756" y="596806"/>
                  </a:lnTo>
                  <a:lnTo>
                    <a:pt x="70652" y="639740"/>
                  </a:lnTo>
                  <a:lnTo>
                    <a:pt x="101527" y="684894"/>
                  </a:lnTo>
                  <a:lnTo>
                    <a:pt x="129238" y="732057"/>
                  </a:lnTo>
                  <a:lnTo>
                    <a:pt x="153653" y="781006"/>
                  </a:lnTo>
                  <a:lnTo>
                    <a:pt x="174658" y="831514"/>
                  </a:lnTo>
                  <a:lnTo>
                    <a:pt x="192155" y="883341"/>
                  </a:lnTo>
                  <a:lnTo>
                    <a:pt x="206061" y="936245"/>
                  </a:lnTo>
                  <a:lnTo>
                    <a:pt x="216311" y="989977"/>
                  </a:lnTo>
                  <a:lnTo>
                    <a:pt x="222857" y="1044285"/>
                  </a:lnTo>
                  <a:lnTo>
                    <a:pt x="225668" y="1098914"/>
                  </a:lnTo>
                  <a:lnTo>
                    <a:pt x="224730" y="1153607"/>
                  </a:lnTo>
                  <a:lnTo>
                    <a:pt x="220049" y="1208107"/>
                  </a:lnTo>
                  <a:lnTo>
                    <a:pt x="211647" y="1262159"/>
                  </a:lnTo>
                  <a:close/>
                </a:path>
              </a:pathLst>
            </a:cu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6488501" y="4101685"/>
              <a:ext cx="1151452" cy="1187142"/>
            </a:xfrm>
            <a:custGeom>
              <a:avLst/>
              <a:pathLst>
                <a:path w="1151452" h="1187142">
                  <a:moveTo>
                    <a:pt x="0" y="492112"/>
                  </a:moveTo>
                  <a:lnTo>
                    <a:pt x="28035" y="541757"/>
                  </a:lnTo>
                  <a:lnTo>
                    <a:pt x="56071" y="591402"/>
                  </a:lnTo>
                  <a:lnTo>
                    <a:pt x="84107" y="641047"/>
                  </a:lnTo>
                  <a:lnTo>
                    <a:pt x="112143" y="690692"/>
                  </a:lnTo>
                  <a:lnTo>
                    <a:pt x="140179" y="740337"/>
                  </a:lnTo>
                  <a:lnTo>
                    <a:pt x="168214" y="789982"/>
                  </a:lnTo>
                  <a:lnTo>
                    <a:pt x="196250" y="839627"/>
                  </a:lnTo>
                  <a:lnTo>
                    <a:pt x="224286" y="889272"/>
                  </a:lnTo>
                  <a:lnTo>
                    <a:pt x="252322" y="938917"/>
                  </a:lnTo>
                  <a:lnTo>
                    <a:pt x="280358" y="988562"/>
                  </a:lnTo>
                  <a:lnTo>
                    <a:pt x="308393" y="1038207"/>
                  </a:lnTo>
                  <a:lnTo>
                    <a:pt x="336429" y="1087852"/>
                  </a:lnTo>
                  <a:lnTo>
                    <a:pt x="364465" y="1137497"/>
                  </a:lnTo>
                  <a:lnTo>
                    <a:pt x="392501" y="1187142"/>
                  </a:lnTo>
                  <a:lnTo>
                    <a:pt x="440347" y="1159014"/>
                  </a:lnTo>
                  <a:lnTo>
                    <a:pt x="487187" y="1129239"/>
                  </a:lnTo>
                  <a:lnTo>
                    <a:pt x="532963" y="1097855"/>
                  </a:lnTo>
                  <a:lnTo>
                    <a:pt x="577621" y="1064898"/>
                  </a:lnTo>
                  <a:lnTo>
                    <a:pt x="621106" y="1030409"/>
                  </a:lnTo>
                  <a:lnTo>
                    <a:pt x="663365" y="994429"/>
                  </a:lnTo>
                  <a:lnTo>
                    <a:pt x="704349" y="957002"/>
                  </a:lnTo>
                  <a:lnTo>
                    <a:pt x="744007" y="918172"/>
                  </a:lnTo>
                  <a:lnTo>
                    <a:pt x="782291" y="877988"/>
                  </a:lnTo>
                  <a:lnTo>
                    <a:pt x="819155" y="836497"/>
                  </a:lnTo>
                  <a:lnTo>
                    <a:pt x="854554" y="793750"/>
                  </a:lnTo>
                  <a:lnTo>
                    <a:pt x="888446" y="749798"/>
                  </a:lnTo>
                  <a:lnTo>
                    <a:pt x="920790" y="704694"/>
                  </a:lnTo>
                  <a:lnTo>
                    <a:pt x="951546" y="658493"/>
                  </a:lnTo>
                  <a:lnTo>
                    <a:pt x="980678" y="611251"/>
                  </a:lnTo>
                  <a:lnTo>
                    <a:pt x="1008150" y="563025"/>
                  </a:lnTo>
                  <a:lnTo>
                    <a:pt x="1033929" y="513874"/>
                  </a:lnTo>
                  <a:lnTo>
                    <a:pt x="1057984" y="463855"/>
                  </a:lnTo>
                  <a:lnTo>
                    <a:pt x="1080285" y="413031"/>
                  </a:lnTo>
                  <a:lnTo>
                    <a:pt x="1100806" y="361462"/>
                  </a:lnTo>
                  <a:lnTo>
                    <a:pt x="1119523" y="309212"/>
                  </a:lnTo>
                  <a:lnTo>
                    <a:pt x="1136411" y="256342"/>
                  </a:lnTo>
                  <a:lnTo>
                    <a:pt x="1151452" y="202917"/>
                  </a:lnTo>
                  <a:lnTo>
                    <a:pt x="1096311" y="188423"/>
                  </a:lnTo>
                  <a:lnTo>
                    <a:pt x="1041169" y="173928"/>
                  </a:lnTo>
                  <a:lnTo>
                    <a:pt x="986028" y="159434"/>
                  </a:lnTo>
                  <a:lnTo>
                    <a:pt x="930887" y="144940"/>
                  </a:lnTo>
                  <a:lnTo>
                    <a:pt x="875746" y="130446"/>
                  </a:lnTo>
                  <a:lnTo>
                    <a:pt x="820605" y="115952"/>
                  </a:lnTo>
                  <a:lnTo>
                    <a:pt x="765463" y="101458"/>
                  </a:lnTo>
                  <a:lnTo>
                    <a:pt x="710322" y="86964"/>
                  </a:lnTo>
                  <a:lnTo>
                    <a:pt x="655181" y="72470"/>
                  </a:lnTo>
                  <a:lnTo>
                    <a:pt x="600040" y="57976"/>
                  </a:lnTo>
                  <a:lnTo>
                    <a:pt x="544899" y="43482"/>
                  </a:lnTo>
                  <a:lnTo>
                    <a:pt x="489757" y="28988"/>
                  </a:lnTo>
                  <a:lnTo>
                    <a:pt x="434616" y="14494"/>
                  </a:lnTo>
                  <a:lnTo>
                    <a:pt x="379475" y="0"/>
                  </a:lnTo>
                  <a:lnTo>
                    <a:pt x="362697" y="55535"/>
                  </a:lnTo>
                  <a:lnTo>
                    <a:pt x="341930" y="109706"/>
                  </a:lnTo>
                  <a:lnTo>
                    <a:pt x="317283" y="162225"/>
                  </a:lnTo>
                  <a:lnTo>
                    <a:pt x="288887" y="212815"/>
                  </a:lnTo>
                  <a:lnTo>
                    <a:pt x="256890" y="261209"/>
                  </a:lnTo>
                  <a:lnTo>
                    <a:pt x="221464" y="307151"/>
                  </a:lnTo>
                  <a:lnTo>
                    <a:pt x="182794" y="350398"/>
                  </a:lnTo>
                  <a:lnTo>
                    <a:pt x="141085" y="390723"/>
                  </a:lnTo>
                  <a:lnTo>
                    <a:pt x="96557" y="427911"/>
                  </a:lnTo>
                  <a:lnTo>
                    <a:pt x="49446" y="461767"/>
                  </a:lnTo>
                  <a:close/>
                </a:path>
              </a:pathLst>
            </a:cu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5419037" y="4593798"/>
              <a:ext cx="1461965" cy="901357"/>
            </a:xfrm>
            <a:custGeom>
              <a:avLst/>
              <a:pathLst>
                <a:path w="1461965" h="901357">
                  <a:moveTo>
                    <a:pt x="338481" y="27849"/>
                  </a:moveTo>
                  <a:lnTo>
                    <a:pt x="314304" y="79483"/>
                  </a:lnTo>
                  <a:lnTo>
                    <a:pt x="290126" y="131117"/>
                  </a:lnTo>
                  <a:lnTo>
                    <a:pt x="265949" y="182751"/>
                  </a:lnTo>
                  <a:lnTo>
                    <a:pt x="241772" y="234386"/>
                  </a:lnTo>
                  <a:lnTo>
                    <a:pt x="217595" y="286020"/>
                  </a:lnTo>
                  <a:lnTo>
                    <a:pt x="193417" y="337654"/>
                  </a:lnTo>
                  <a:lnTo>
                    <a:pt x="169240" y="389288"/>
                  </a:lnTo>
                  <a:lnTo>
                    <a:pt x="145063" y="440922"/>
                  </a:lnTo>
                  <a:lnTo>
                    <a:pt x="120886" y="492557"/>
                  </a:lnTo>
                  <a:lnTo>
                    <a:pt x="96708" y="544191"/>
                  </a:lnTo>
                  <a:lnTo>
                    <a:pt x="72531" y="595825"/>
                  </a:lnTo>
                  <a:lnTo>
                    <a:pt x="48354" y="647459"/>
                  </a:lnTo>
                  <a:lnTo>
                    <a:pt x="24177" y="699093"/>
                  </a:lnTo>
                  <a:lnTo>
                    <a:pt x="0" y="750728"/>
                  </a:lnTo>
                  <a:lnTo>
                    <a:pt x="49537" y="772904"/>
                  </a:lnTo>
                  <a:lnTo>
                    <a:pt x="99800" y="793384"/>
                  </a:lnTo>
                  <a:lnTo>
                    <a:pt x="150729" y="812144"/>
                  </a:lnTo>
                  <a:lnTo>
                    <a:pt x="202267" y="829161"/>
                  </a:lnTo>
                  <a:lnTo>
                    <a:pt x="254354" y="844417"/>
                  </a:lnTo>
                  <a:lnTo>
                    <a:pt x="306929" y="857893"/>
                  </a:lnTo>
                  <a:lnTo>
                    <a:pt x="359932" y="869574"/>
                  </a:lnTo>
                  <a:lnTo>
                    <a:pt x="413302" y="879447"/>
                  </a:lnTo>
                  <a:lnTo>
                    <a:pt x="466976" y="887499"/>
                  </a:lnTo>
                  <a:lnTo>
                    <a:pt x="520893" y="893723"/>
                  </a:lnTo>
                  <a:lnTo>
                    <a:pt x="574990" y="898110"/>
                  </a:lnTo>
                  <a:lnTo>
                    <a:pt x="629205" y="900656"/>
                  </a:lnTo>
                  <a:lnTo>
                    <a:pt x="683475" y="901357"/>
                  </a:lnTo>
                  <a:lnTo>
                    <a:pt x="737738" y="900213"/>
                  </a:lnTo>
                  <a:lnTo>
                    <a:pt x="791931" y="897225"/>
                  </a:lnTo>
                  <a:lnTo>
                    <a:pt x="845990" y="892396"/>
                  </a:lnTo>
                  <a:lnTo>
                    <a:pt x="899855" y="885733"/>
                  </a:lnTo>
                  <a:lnTo>
                    <a:pt x="953461" y="877243"/>
                  </a:lnTo>
                  <a:lnTo>
                    <a:pt x="1006748" y="866935"/>
                  </a:lnTo>
                  <a:lnTo>
                    <a:pt x="1059654" y="854822"/>
                  </a:lnTo>
                  <a:lnTo>
                    <a:pt x="1112118" y="840917"/>
                  </a:lnTo>
                  <a:lnTo>
                    <a:pt x="1164078" y="825237"/>
                  </a:lnTo>
                  <a:lnTo>
                    <a:pt x="1215476" y="807799"/>
                  </a:lnTo>
                  <a:lnTo>
                    <a:pt x="1266251" y="788625"/>
                  </a:lnTo>
                  <a:lnTo>
                    <a:pt x="1316345" y="767736"/>
                  </a:lnTo>
                  <a:lnTo>
                    <a:pt x="1365700" y="745155"/>
                  </a:lnTo>
                  <a:lnTo>
                    <a:pt x="1414258" y="720911"/>
                  </a:lnTo>
                  <a:lnTo>
                    <a:pt x="1461965" y="695029"/>
                  </a:lnTo>
                  <a:lnTo>
                    <a:pt x="1433929" y="645384"/>
                  </a:lnTo>
                  <a:lnTo>
                    <a:pt x="1405893" y="595739"/>
                  </a:lnTo>
                  <a:lnTo>
                    <a:pt x="1377857" y="546094"/>
                  </a:lnTo>
                  <a:lnTo>
                    <a:pt x="1349822" y="496449"/>
                  </a:lnTo>
                  <a:lnTo>
                    <a:pt x="1321786" y="446804"/>
                  </a:lnTo>
                  <a:lnTo>
                    <a:pt x="1293750" y="397159"/>
                  </a:lnTo>
                  <a:lnTo>
                    <a:pt x="1265714" y="347514"/>
                  </a:lnTo>
                  <a:lnTo>
                    <a:pt x="1237678" y="297869"/>
                  </a:lnTo>
                  <a:lnTo>
                    <a:pt x="1209642" y="248224"/>
                  </a:lnTo>
                  <a:lnTo>
                    <a:pt x="1181607" y="198579"/>
                  </a:lnTo>
                  <a:lnTo>
                    <a:pt x="1153571" y="148934"/>
                  </a:lnTo>
                  <a:lnTo>
                    <a:pt x="1125535" y="99289"/>
                  </a:lnTo>
                  <a:lnTo>
                    <a:pt x="1097499" y="49644"/>
                  </a:lnTo>
                  <a:lnTo>
                    <a:pt x="1069463" y="0"/>
                  </a:lnTo>
                  <a:lnTo>
                    <a:pt x="1021331" y="25063"/>
                  </a:lnTo>
                  <a:lnTo>
                    <a:pt x="971607" y="46797"/>
                  </a:lnTo>
                  <a:lnTo>
                    <a:pt x="920520" y="65103"/>
                  </a:lnTo>
                  <a:lnTo>
                    <a:pt x="868308" y="79896"/>
                  </a:lnTo>
                  <a:lnTo>
                    <a:pt x="815212" y="91106"/>
                  </a:lnTo>
                  <a:lnTo>
                    <a:pt x="761476" y="98683"/>
                  </a:lnTo>
                  <a:lnTo>
                    <a:pt x="707350" y="102591"/>
                  </a:lnTo>
                  <a:lnTo>
                    <a:pt x="653084" y="102813"/>
                  </a:lnTo>
                  <a:lnTo>
                    <a:pt x="598927" y="99346"/>
                  </a:lnTo>
                  <a:lnTo>
                    <a:pt x="545132" y="92208"/>
                  </a:lnTo>
                  <a:lnTo>
                    <a:pt x="491946" y="81431"/>
                  </a:lnTo>
                  <a:lnTo>
                    <a:pt x="439615" y="67065"/>
                  </a:lnTo>
                  <a:lnTo>
                    <a:pt x="388381" y="49177"/>
                  </a:lnTo>
                  <a:close/>
                </a:path>
              </a:pathLst>
            </a:cu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4713476" y="4297868"/>
              <a:ext cx="1044041" cy="1046657"/>
            </a:xfrm>
            <a:custGeom>
              <a:avLst/>
              <a:pathLst>
                <a:path w="1044041" h="1046657">
                  <a:moveTo>
                    <a:pt x="691261" y="0"/>
                  </a:moveTo>
                  <a:lnTo>
                    <a:pt x="641885" y="28507"/>
                  </a:lnTo>
                  <a:lnTo>
                    <a:pt x="592509" y="57014"/>
                  </a:lnTo>
                  <a:lnTo>
                    <a:pt x="543134" y="85521"/>
                  </a:lnTo>
                  <a:lnTo>
                    <a:pt x="493758" y="114028"/>
                  </a:lnTo>
                  <a:lnTo>
                    <a:pt x="444382" y="142535"/>
                  </a:lnTo>
                  <a:lnTo>
                    <a:pt x="395006" y="171042"/>
                  </a:lnTo>
                  <a:lnTo>
                    <a:pt x="345630" y="199550"/>
                  </a:lnTo>
                  <a:lnTo>
                    <a:pt x="296254" y="228057"/>
                  </a:lnTo>
                  <a:lnTo>
                    <a:pt x="246879" y="256564"/>
                  </a:lnTo>
                  <a:lnTo>
                    <a:pt x="197503" y="285071"/>
                  </a:lnTo>
                  <a:lnTo>
                    <a:pt x="148127" y="313578"/>
                  </a:lnTo>
                  <a:lnTo>
                    <a:pt x="98751" y="342085"/>
                  </a:lnTo>
                  <a:lnTo>
                    <a:pt x="49375" y="370592"/>
                  </a:lnTo>
                  <a:lnTo>
                    <a:pt x="0" y="399100"/>
                  </a:lnTo>
                  <a:lnTo>
                    <a:pt x="27804" y="445430"/>
                  </a:lnTo>
                  <a:lnTo>
                    <a:pt x="57161" y="490793"/>
                  </a:lnTo>
                  <a:lnTo>
                    <a:pt x="88037" y="535137"/>
                  </a:lnTo>
                  <a:lnTo>
                    <a:pt x="120395" y="578410"/>
                  </a:lnTo>
                  <a:lnTo>
                    <a:pt x="154199" y="620564"/>
                  </a:lnTo>
                  <a:lnTo>
                    <a:pt x="189411" y="661549"/>
                  </a:lnTo>
                  <a:lnTo>
                    <a:pt x="225989" y="701319"/>
                  </a:lnTo>
                  <a:lnTo>
                    <a:pt x="263892" y="739828"/>
                  </a:lnTo>
                  <a:lnTo>
                    <a:pt x="303077" y="777033"/>
                  </a:lnTo>
                  <a:lnTo>
                    <a:pt x="343498" y="812890"/>
                  </a:lnTo>
                  <a:lnTo>
                    <a:pt x="385110" y="847359"/>
                  </a:lnTo>
                  <a:lnTo>
                    <a:pt x="427865" y="880400"/>
                  </a:lnTo>
                  <a:lnTo>
                    <a:pt x="471713" y="911975"/>
                  </a:lnTo>
                  <a:lnTo>
                    <a:pt x="516604" y="942048"/>
                  </a:lnTo>
                  <a:lnTo>
                    <a:pt x="562488" y="970584"/>
                  </a:lnTo>
                  <a:lnTo>
                    <a:pt x="609311" y="997552"/>
                  </a:lnTo>
                  <a:lnTo>
                    <a:pt x="657020" y="1022919"/>
                  </a:lnTo>
                  <a:lnTo>
                    <a:pt x="705560" y="1046657"/>
                  </a:lnTo>
                  <a:lnTo>
                    <a:pt x="729737" y="995023"/>
                  </a:lnTo>
                  <a:lnTo>
                    <a:pt x="753914" y="943389"/>
                  </a:lnTo>
                  <a:lnTo>
                    <a:pt x="778092" y="891755"/>
                  </a:lnTo>
                  <a:lnTo>
                    <a:pt x="802269" y="840120"/>
                  </a:lnTo>
                  <a:lnTo>
                    <a:pt x="826446" y="788486"/>
                  </a:lnTo>
                  <a:lnTo>
                    <a:pt x="850623" y="736852"/>
                  </a:lnTo>
                  <a:lnTo>
                    <a:pt x="874801" y="685218"/>
                  </a:lnTo>
                  <a:lnTo>
                    <a:pt x="898978" y="633584"/>
                  </a:lnTo>
                  <a:lnTo>
                    <a:pt x="923155" y="581949"/>
                  </a:lnTo>
                  <a:lnTo>
                    <a:pt x="947332" y="530315"/>
                  </a:lnTo>
                  <a:lnTo>
                    <a:pt x="971510" y="478681"/>
                  </a:lnTo>
                  <a:lnTo>
                    <a:pt x="995687" y="427047"/>
                  </a:lnTo>
                  <a:lnTo>
                    <a:pt x="1019864" y="375412"/>
                  </a:lnTo>
                  <a:lnTo>
                    <a:pt x="1044041" y="323778"/>
                  </a:lnTo>
                  <a:lnTo>
                    <a:pt x="995917" y="299226"/>
                  </a:lnTo>
                  <a:lnTo>
                    <a:pt x="949564" y="271474"/>
                  </a:lnTo>
                  <a:lnTo>
                    <a:pt x="905194" y="240650"/>
                  </a:lnTo>
                  <a:lnTo>
                    <a:pt x="863011" y="206895"/>
                  </a:lnTo>
                  <a:lnTo>
                    <a:pt x="823207" y="170364"/>
                  </a:lnTo>
                  <a:lnTo>
                    <a:pt x="785967" y="131224"/>
                  </a:lnTo>
                  <a:lnTo>
                    <a:pt x="751459" y="89655"/>
                  </a:lnTo>
                  <a:lnTo>
                    <a:pt x="719842" y="45846"/>
                  </a:lnTo>
                  <a:close/>
                </a:path>
              </a:pathLst>
            </a:cu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4499646" y="3074391"/>
              <a:ext cx="912815" cy="1622577"/>
            </a:xfrm>
            <a:custGeom>
              <a:avLst/>
              <a:pathLst>
                <a:path w="912815" h="1622577">
                  <a:moveTo>
                    <a:pt x="912815" y="412188"/>
                  </a:moveTo>
                  <a:lnTo>
                    <a:pt x="863991" y="382746"/>
                  </a:lnTo>
                  <a:lnTo>
                    <a:pt x="815167" y="353304"/>
                  </a:lnTo>
                  <a:lnTo>
                    <a:pt x="766342" y="323862"/>
                  </a:lnTo>
                  <a:lnTo>
                    <a:pt x="717518" y="294420"/>
                  </a:lnTo>
                  <a:lnTo>
                    <a:pt x="668694" y="264978"/>
                  </a:lnTo>
                  <a:lnTo>
                    <a:pt x="619870" y="235536"/>
                  </a:lnTo>
                  <a:lnTo>
                    <a:pt x="571046" y="206094"/>
                  </a:lnTo>
                  <a:lnTo>
                    <a:pt x="522222" y="176652"/>
                  </a:lnTo>
                  <a:lnTo>
                    <a:pt x="473398" y="147210"/>
                  </a:lnTo>
                  <a:lnTo>
                    <a:pt x="424573" y="117768"/>
                  </a:lnTo>
                  <a:lnTo>
                    <a:pt x="375749" y="88326"/>
                  </a:lnTo>
                  <a:lnTo>
                    <a:pt x="326925" y="58884"/>
                  </a:lnTo>
                  <a:lnTo>
                    <a:pt x="278101" y="29442"/>
                  </a:lnTo>
                  <a:lnTo>
                    <a:pt x="229277" y="0"/>
                  </a:lnTo>
                  <a:lnTo>
                    <a:pt x="201737" y="47498"/>
                  </a:lnTo>
                  <a:lnTo>
                    <a:pt x="175846" y="95916"/>
                  </a:lnTo>
                  <a:lnTo>
                    <a:pt x="151636" y="145195"/>
                  </a:lnTo>
                  <a:lnTo>
                    <a:pt x="129135" y="195277"/>
                  </a:lnTo>
                  <a:lnTo>
                    <a:pt x="108369" y="246104"/>
                  </a:lnTo>
                  <a:lnTo>
                    <a:pt x="89364" y="297615"/>
                  </a:lnTo>
                  <a:lnTo>
                    <a:pt x="72141" y="349749"/>
                  </a:lnTo>
                  <a:lnTo>
                    <a:pt x="56721" y="402444"/>
                  </a:lnTo>
                  <a:lnTo>
                    <a:pt x="43122" y="455638"/>
                  </a:lnTo>
                  <a:lnTo>
                    <a:pt x="31360" y="509269"/>
                  </a:lnTo>
                  <a:lnTo>
                    <a:pt x="21450" y="563272"/>
                  </a:lnTo>
                  <a:lnTo>
                    <a:pt x="13403" y="617584"/>
                  </a:lnTo>
                  <a:lnTo>
                    <a:pt x="7228" y="672141"/>
                  </a:lnTo>
                  <a:lnTo>
                    <a:pt x="2933" y="726878"/>
                  </a:lnTo>
                  <a:lnTo>
                    <a:pt x="522" y="781730"/>
                  </a:lnTo>
                  <a:lnTo>
                    <a:pt x="0" y="836633"/>
                  </a:lnTo>
                  <a:lnTo>
                    <a:pt x="1365" y="891521"/>
                  </a:lnTo>
                  <a:lnTo>
                    <a:pt x="4617" y="946329"/>
                  </a:lnTo>
                  <a:lnTo>
                    <a:pt x="9753" y="1000994"/>
                  </a:lnTo>
                  <a:lnTo>
                    <a:pt x="16764" y="1055449"/>
                  </a:lnTo>
                  <a:lnTo>
                    <a:pt x="25645" y="1109632"/>
                  </a:lnTo>
                  <a:lnTo>
                    <a:pt x="36383" y="1163476"/>
                  </a:lnTo>
                  <a:lnTo>
                    <a:pt x="48967" y="1216920"/>
                  </a:lnTo>
                  <a:lnTo>
                    <a:pt x="63381" y="1269899"/>
                  </a:lnTo>
                  <a:lnTo>
                    <a:pt x="79608" y="1322352"/>
                  </a:lnTo>
                  <a:lnTo>
                    <a:pt x="97629" y="1374215"/>
                  </a:lnTo>
                  <a:lnTo>
                    <a:pt x="117424" y="1425428"/>
                  </a:lnTo>
                  <a:lnTo>
                    <a:pt x="138967" y="1475930"/>
                  </a:lnTo>
                  <a:lnTo>
                    <a:pt x="162235" y="1525661"/>
                  </a:lnTo>
                  <a:lnTo>
                    <a:pt x="187199" y="1574562"/>
                  </a:lnTo>
                  <a:lnTo>
                    <a:pt x="213830" y="1622577"/>
                  </a:lnTo>
                  <a:lnTo>
                    <a:pt x="263205" y="1594070"/>
                  </a:lnTo>
                  <a:lnTo>
                    <a:pt x="312581" y="1565562"/>
                  </a:lnTo>
                  <a:lnTo>
                    <a:pt x="361957" y="1537055"/>
                  </a:lnTo>
                  <a:lnTo>
                    <a:pt x="411333" y="1508548"/>
                  </a:lnTo>
                  <a:lnTo>
                    <a:pt x="460709" y="1480041"/>
                  </a:lnTo>
                  <a:lnTo>
                    <a:pt x="510084" y="1451534"/>
                  </a:lnTo>
                  <a:lnTo>
                    <a:pt x="559460" y="1423027"/>
                  </a:lnTo>
                  <a:lnTo>
                    <a:pt x="608836" y="1394519"/>
                  </a:lnTo>
                  <a:lnTo>
                    <a:pt x="658212" y="1366012"/>
                  </a:lnTo>
                  <a:lnTo>
                    <a:pt x="707588" y="1337505"/>
                  </a:lnTo>
                  <a:lnTo>
                    <a:pt x="756964" y="1308998"/>
                  </a:lnTo>
                  <a:lnTo>
                    <a:pt x="806339" y="1280491"/>
                  </a:lnTo>
                  <a:lnTo>
                    <a:pt x="855715" y="1251984"/>
                  </a:lnTo>
                  <a:lnTo>
                    <a:pt x="905091" y="1223477"/>
                  </a:lnTo>
                  <a:lnTo>
                    <a:pt x="878492" y="1173374"/>
                  </a:lnTo>
                  <a:lnTo>
                    <a:pt x="855518" y="1121508"/>
                  </a:lnTo>
                  <a:lnTo>
                    <a:pt x="836286" y="1068141"/>
                  </a:lnTo>
                  <a:lnTo>
                    <a:pt x="820892" y="1013544"/>
                  </a:lnTo>
                  <a:lnTo>
                    <a:pt x="809415" y="957991"/>
                  </a:lnTo>
                  <a:lnTo>
                    <a:pt x="801913" y="901763"/>
                  </a:lnTo>
                  <a:lnTo>
                    <a:pt x="798423" y="845144"/>
                  </a:lnTo>
                  <a:lnTo>
                    <a:pt x="798963" y="788421"/>
                  </a:lnTo>
                  <a:lnTo>
                    <a:pt x="803530" y="731879"/>
                  </a:lnTo>
                  <a:lnTo>
                    <a:pt x="812102" y="675804"/>
                  </a:lnTo>
                  <a:lnTo>
                    <a:pt x="824634" y="620480"/>
                  </a:lnTo>
                  <a:lnTo>
                    <a:pt x="841064" y="566185"/>
                  </a:lnTo>
                  <a:lnTo>
                    <a:pt x="861309" y="513195"/>
                  </a:lnTo>
                  <a:lnTo>
                    <a:pt x="885266" y="461776"/>
                  </a:lnTo>
                  <a:close/>
                </a:path>
              </a:pathLst>
            </a:cu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4728924" y="2302368"/>
              <a:ext cx="1367075" cy="1184211"/>
            </a:xfrm>
            <a:custGeom>
              <a:avLst/>
              <a:pathLst>
                <a:path w="1367075" h="1184211">
                  <a:moveTo>
                    <a:pt x="1367075" y="798200"/>
                  </a:moveTo>
                  <a:lnTo>
                    <a:pt x="1367075" y="741185"/>
                  </a:lnTo>
                  <a:lnTo>
                    <a:pt x="1367075" y="684171"/>
                  </a:lnTo>
                  <a:lnTo>
                    <a:pt x="1367075" y="627157"/>
                  </a:lnTo>
                  <a:lnTo>
                    <a:pt x="1367075" y="570142"/>
                  </a:lnTo>
                  <a:lnTo>
                    <a:pt x="1367075" y="513128"/>
                  </a:lnTo>
                  <a:lnTo>
                    <a:pt x="1367075" y="456114"/>
                  </a:lnTo>
                  <a:lnTo>
                    <a:pt x="1367075" y="399100"/>
                  </a:lnTo>
                  <a:lnTo>
                    <a:pt x="1367075" y="342085"/>
                  </a:lnTo>
                  <a:lnTo>
                    <a:pt x="1367075" y="285071"/>
                  </a:lnTo>
                  <a:lnTo>
                    <a:pt x="1367075" y="228057"/>
                  </a:lnTo>
                  <a:lnTo>
                    <a:pt x="1367075" y="171042"/>
                  </a:lnTo>
                  <a:lnTo>
                    <a:pt x="1367075" y="114028"/>
                  </a:lnTo>
                  <a:lnTo>
                    <a:pt x="1367075" y="57014"/>
                  </a:lnTo>
                  <a:lnTo>
                    <a:pt x="1367075" y="0"/>
                  </a:lnTo>
                  <a:lnTo>
                    <a:pt x="1312374" y="937"/>
                  </a:lnTo>
                  <a:lnTo>
                    <a:pt x="1257738" y="3748"/>
                  </a:lnTo>
                  <a:lnTo>
                    <a:pt x="1203229" y="8430"/>
                  </a:lnTo>
                  <a:lnTo>
                    <a:pt x="1148913" y="14977"/>
                  </a:lnTo>
                  <a:lnTo>
                    <a:pt x="1094854" y="23381"/>
                  </a:lnTo>
                  <a:lnTo>
                    <a:pt x="1041114" y="33632"/>
                  </a:lnTo>
                  <a:lnTo>
                    <a:pt x="987757" y="45719"/>
                  </a:lnTo>
                  <a:lnTo>
                    <a:pt x="934845" y="59627"/>
                  </a:lnTo>
                  <a:lnTo>
                    <a:pt x="882441" y="75340"/>
                  </a:lnTo>
                  <a:lnTo>
                    <a:pt x="830606" y="92839"/>
                  </a:lnTo>
                  <a:lnTo>
                    <a:pt x="779401" y="112104"/>
                  </a:lnTo>
                  <a:lnTo>
                    <a:pt x="728887" y="133113"/>
                  </a:lnTo>
                  <a:lnTo>
                    <a:pt x="679122" y="155840"/>
                  </a:lnTo>
                  <a:lnTo>
                    <a:pt x="630164" y="180258"/>
                  </a:lnTo>
                  <a:lnTo>
                    <a:pt x="582073" y="206340"/>
                  </a:lnTo>
                  <a:lnTo>
                    <a:pt x="534903" y="234055"/>
                  </a:lnTo>
                  <a:lnTo>
                    <a:pt x="488711" y="263370"/>
                  </a:lnTo>
                  <a:lnTo>
                    <a:pt x="443550" y="294250"/>
                  </a:lnTo>
                  <a:lnTo>
                    <a:pt x="399474" y="326659"/>
                  </a:lnTo>
                  <a:lnTo>
                    <a:pt x="356534" y="360560"/>
                  </a:lnTo>
                  <a:lnTo>
                    <a:pt x="314781" y="395912"/>
                  </a:lnTo>
                  <a:lnTo>
                    <a:pt x="274264" y="432674"/>
                  </a:lnTo>
                  <a:lnTo>
                    <a:pt x="235031" y="470803"/>
                  </a:lnTo>
                  <a:lnTo>
                    <a:pt x="197127" y="510254"/>
                  </a:lnTo>
                  <a:lnTo>
                    <a:pt x="160596" y="550980"/>
                  </a:lnTo>
                  <a:lnTo>
                    <a:pt x="125483" y="592934"/>
                  </a:lnTo>
                  <a:lnTo>
                    <a:pt x="91829" y="636067"/>
                  </a:lnTo>
                  <a:lnTo>
                    <a:pt x="59671" y="680327"/>
                  </a:lnTo>
                  <a:lnTo>
                    <a:pt x="29050" y="725664"/>
                  </a:lnTo>
                  <a:lnTo>
                    <a:pt x="0" y="772023"/>
                  </a:lnTo>
                  <a:lnTo>
                    <a:pt x="48824" y="801465"/>
                  </a:lnTo>
                  <a:lnTo>
                    <a:pt x="97648" y="830907"/>
                  </a:lnTo>
                  <a:lnTo>
                    <a:pt x="146472" y="860349"/>
                  </a:lnTo>
                  <a:lnTo>
                    <a:pt x="195296" y="889791"/>
                  </a:lnTo>
                  <a:lnTo>
                    <a:pt x="244120" y="919233"/>
                  </a:lnTo>
                  <a:lnTo>
                    <a:pt x="292944" y="948675"/>
                  </a:lnTo>
                  <a:lnTo>
                    <a:pt x="341768" y="978117"/>
                  </a:lnTo>
                  <a:lnTo>
                    <a:pt x="390593" y="1007559"/>
                  </a:lnTo>
                  <a:lnTo>
                    <a:pt x="439417" y="1037001"/>
                  </a:lnTo>
                  <a:lnTo>
                    <a:pt x="488241" y="1066443"/>
                  </a:lnTo>
                  <a:lnTo>
                    <a:pt x="537065" y="1095885"/>
                  </a:lnTo>
                  <a:lnTo>
                    <a:pt x="585889" y="1125327"/>
                  </a:lnTo>
                  <a:lnTo>
                    <a:pt x="634713" y="1154769"/>
                  </a:lnTo>
                  <a:lnTo>
                    <a:pt x="683537" y="1184211"/>
                  </a:lnTo>
                  <a:lnTo>
                    <a:pt x="713373" y="1138364"/>
                  </a:lnTo>
                  <a:lnTo>
                    <a:pt x="746279" y="1094667"/>
                  </a:lnTo>
                  <a:lnTo>
                    <a:pt x="782101" y="1053327"/>
                  </a:lnTo>
                  <a:lnTo>
                    <a:pt x="820670" y="1014537"/>
                  </a:lnTo>
                  <a:lnTo>
                    <a:pt x="861805" y="978480"/>
                  </a:lnTo>
                  <a:lnTo>
                    <a:pt x="905313" y="945325"/>
                  </a:lnTo>
                  <a:lnTo>
                    <a:pt x="950989" y="915227"/>
                  </a:lnTo>
                  <a:lnTo>
                    <a:pt x="998620" y="888329"/>
                  </a:lnTo>
                  <a:lnTo>
                    <a:pt x="1047981" y="864756"/>
                  </a:lnTo>
                  <a:lnTo>
                    <a:pt x="1098841" y="844619"/>
                  </a:lnTo>
                  <a:lnTo>
                    <a:pt x="1150960" y="828013"/>
                  </a:lnTo>
                  <a:lnTo>
                    <a:pt x="1204094" y="815016"/>
                  </a:lnTo>
                  <a:lnTo>
                    <a:pt x="1257994" y="805688"/>
                  </a:lnTo>
                  <a:lnTo>
                    <a:pt x="1312406" y="800074"/>
                  </a:lnTo>
                  <a:close/>
                </a:path>
              </a:pathLst>
            </a:cu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6345104" y="2709416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036996" y="3507901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6827175" y="4543406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5924613" y="5008709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5069446" y="4694377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681785" y="3800879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290279" y="2769733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181600" y="1281260"/>
              <a:ext cx="1828800" cy="225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 Women</a:t>
              </a:r>
            </a:p>
          </p:txBody>
        </p:sp>
        <p:sp>
          <p:nvSpPr>
            <p:cNvPr id="45" name="rc44"/>
            <p:cNvSpPr/>
            <p:nvPr/>
          </p:nvSpPr>
          <p:spPr>
            <a:xfrm>
              <a:off x="8091500" y="1723008"/>
              <a:ext cx="39910" cy="43515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8111455" y="1920804"/>
              <a:ext cx="0" cy="3955928"/>
            </a:xfrm>
            <a:custGeom>
              <a:avLst/>
              <a:pathLst>
                <a:path w="0" h="3955928">
                  <a:moveTo>
                    <a:pt x="0" y="3955928"/>
                  </a:move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8131410" y="1903268"/>
              <a:ext cx="3991000" cy="3991000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10126910" y="2302368"/>
              <a:ext cx="1176989" cy="1057144"/>
            </a:xfrm>
            <a:custGeom>
              <a:avLst/>
              <a:pathLst>
                <a:path w="1176989" h="1057144">
                  <a:moveTo>
                    <a:pt x="588494" y="1057144"/>
                  </a:moveTo>
                  <a:lnTo>
                    <a:pt x="630530" y="1018625"/>
                  </a:lnTo>
                  <a:lnTo>
                    <a:pt x="672565" y="980107"/>
                  </a:lnTo>
                  <a:lnTo>
                    <a:pt x="714600" y="941589"/>
                  </a:lnTo>
                  <a:lnTo>
                    <a:pt x="756636" y="903070"/>
                  </a:lnTo>
                  <a:lnTo>
                    <a:pt x="798671" y="864552"/>
                  </a:lnTo>
                  <a:lnTo>
                    <a:pt x="840706" y="826034"/>
                  </a:lnTo>
                  <a:lnTo>
                    <a:pt x="882742" y="787515"/>
                  </a:lnTo>
                  <a:lnTo>
                    <a:pt x="924777" y="748997"/>
                  </a:lnTo>
                  <a:lnTo>
                    <a:pt x="966812" y="710479"/>
                  </a:lnTo>
                  <a:lnTo>
                    <a:pt x="1008848" y="671961"/>
                  </a:lnTo>
                  <a:lnTo>
                    <a:pt x="1050883" y="633442"/>
                  </a:lnTo>
                  <a:lnTo>
                    <a:pt x="1092919" y="594924"/>
                  </a:lnTo>
                  <a:lnTo>
                    <a:pt x="1134954" y="556406"/>
                  </a:lnTo>
                  <a:lnTo>
                    <a:pt x="1176989" y="517887"/>
                  </a:lnTo>
                  <a:lnTo>
                    <a:pt x="1139039" y="477882"/>
                  </a:lnTo>
                  <a:lnTo>
                    <a:pt x="1099731" y="439211"/>
                  </a:lnTo>
                  <a:lnTo>
                    <a:pt x="1059110" y="401921"/>
                  </a:lnTo>
                  <a:lnTo>
                    <a:pt x="1017225" y="366056"/>
                  </a:lnTo>
                  <a:lnTo>
                    <a:pt x="974127" y="331659"/>
                  </a:lnTo>
                  <a:lnTo>
                    <a:pt x="929867" y="298771"/>
                  </a:lnTo>
                  <a:lnTo>
                    <a:pt x="884497" y="267431"/>
                  </a:lnTo>
                  <a:lnTo>
                    <a:pt x="838072" y="237677"/>
                  </a:lnTo>
                  <a:lnTo>
                    <a:pt x="790647" y="209544"/>
                  </a:lnTo>
                  <a:lnTo>
                    <a:pt x="742279" y="183065"/>
                  </a:lnTo>
                  <a:lnTo>
                    <a:pt x="693025" y="158273"/>
                  </a:lnTo>
                  <a:lnTo>
                    <a:pt x="642944" y="135196"/>
                  </a:lnTo>
                  <a:lnTo>
                    <a:pt x="592097" y="113863"/>
                  </a:lnTo>
                  <a:lnTo>
                    <a:pt x="540542" y="94299"/>
                  </a:lnTo>
                  <a:lnTo>
                    <a:pt x="488343" y="76527"/>
                  </a:lnTo>
                  <a:lnTo>
                    <a:pt x="435561" y="60568"/>
                  </a:lnTo>
                  <a:lnTo>
                    <a:pt x="382260" y="46441"/>
                  </a:lnTo>
                  <a:lnTo>
                    <a:pt x="328502" y="34164"/>
                  </a:lnTo>
                  <a:lnTo>
                    <a:pt x="274353" y="23751"/>
                  </a:lnTo>
                  <a:lnTo>
                    <a:pt x="219876" y="15214"/>
                  </a:lnTo>
                  <a:lnTo>
                    <a:pt x="165137" y="8564"/>
                  </a:lnTo>
                  <a:lnTo>
                    <a:pt x="110201" y="3808"/>
                  </a:lnTo>
                  <a:lnTo>
                    <a:pt x="55133" y="952"/>
                  </a:lnTo>
                  <a:lnTo>
                    <a:pt x="0" y="0"/>
                  </a:lnTo>
                  <a:lnTo>
                    <a:pt x="0" y="57014"/>
                  </a:lnTo>
                  <a:lnTo>
                    <a:pt x="0" y="114028"/>
                  </a:lnTo>
                  <a:lnTo>
                    <a:pt x="0" y="171042"/>
                  </a:lnTo>
                  <a:lnTo>
                    <a:pt x="0" y="228057"/>
                  </a:lnTo>
                  <a:lnTo>
                    <a:pt x="0" y="285071"/>
                  </a:lnTo>
                  <a:lnTo>
                    <a:pt x="0" y="342085"/>
                  </a:lnTo>
                  <a:lnTo>
                    <a:pt x="0" y="399100"/>
                  </a:lnTo>
                  <a:lnTo>
                    <a:pt x="0" y="456114"/>
                  </a:lnTo>
                  <a:lnTo>
                    <a:pt x="0" y="513128"/>
                  </a:lnTo>
                  <a:lnTo>
                    <a:pt x="0" y="570142"/>
                  </a:lnTo>
                  <a:lnTo>
                    <a:pt x="0" y="627157"/>
                  </a:lnTo>
                  <a:lnTo>
                    <a:pt x="0" y="684171"/>
                  </a:lnTo>
                  <a:lnTo>
                    <a:pt x="0" y="741185"/>
                  </a:lnTo>
                  <a:lnTo>
                    <a:pt x="0" y="798200"/>
                  </a:lnTo>
                  <a:lnTo>
                    <a:pt x="55100" y="800104"/>
                  </a:lnTo>
                  <a:lnTo>
                    <a:pt x="109938" y="805807"/>
                  </a:lnTo>
                  <a:lnTo>
                    <a:pt x="164251" y="815282"/>
                  </a:lnTo>
                  <a:lnTo>
                    <a:pt x="217780" y="828484"/>
                  </a:lnTo>
                  <a:lnTo>
                    <a:pt x="270271" y="845349"/>
                  </a:lnTo>
                  <a:lnTo>
                    <a:pt x="321472" y="865798"/>
                  </a:lnTo>
                  <a:lnTo>
                    <a:pt x="371139" y="889732"/>
                  </a:lnTo>
                  <a:lnTo>
                    <a:pt x="419036" y="917038"/>
                  </a:lnTo>
                  <a:lnTo>
                    <a:pt x="464933" y="947585"/>
                  </a:lnTo>
                  <a:lnTo>
                    <a:pt x="508612" y="981228"/>
                  </a:lnTo>
                  <a:lnTo>
                    <a:pt x="549865" y="1017806"/>
                  </a:lnTo>
                  <a:close/>
                </a:path>
              </a:pathLst>
            </a:cu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10715405" y="2820256"/>
              <a:ext cx="1007691" cy="1217647"/>
            </a:xfrm>
            <a:custGeom>
              <a:avLst/>
              <a:pathLst>
                <a:path w="1007691" h="1217647">
                  <a:moveTo>
                    <a:pt x="206667" y="1148080"/>
                  </a:moveTo>
                  <a:lnTo>
                    <a:pt x="263465" y="1153049"/>
                  </a:lnTo>
                  <a:lnTo>
                    <a:pt x="320262" y="1158018"/>
                  </a:lnTo>
                  <a:lnTo>
                    <a:pt x="377059" y="1162987"/>
                  </a:lnTo>
                  <a:lnTo>
                    <a:pt x="433857" y="1167956"/>
                  </a:lnTo>
                  <a:lnTo>
                    <a:pt x="490654" y="1172925"/>
                  </a:lnTo>
                  <a:lnTo>
                    <a:pt x="547451" y="1177894"/>
                  </a:lnTo>
                  <a:lnTo>
                    <a:pt x="604249" y="1182863"/>
                  </a:lnTo>
                  <a:lnTo>
                    <a:pt x="661046" y="1187833"/>
                  </a:lnTo>
                  <a:lnTo>
                    <a:pt x="717843" y="1192802"/>
                  </a:lnTo>
                  <a:lnTo>
                    <a:pt x="774641" y="1197771"/>
                  </a:lnTo>
                  <a:lnTo>
                    <a:pt x="831438" y="1202740"/>
                  </a:lnTo>
                  <a:lnTo>
                    <a:pt x="888235" y="1207709"/>
                  </a:lnTo>
                  <a:lnTo>
                    <a:pt x="945033" y="1212678"/>
                  </a:lnTo>
                  <a:lnTo>
                    <a:pt x="1001830" y="1217647"/>
                  </a:lnTo>
                  <a:lnTo>
                    <a:pt x="1005687" y="1162641"/>
                  </a:lnTo>
                  <a:lnTo>
                    <a:pt x="1007641" y="1107534"/>
                  </a:lnTo>
                  <a:lnTo>
                    <a:pt x="1007691" y="1052392"/>
                  </a:lnTo>
                  <a:lnTo>
                    <a:pt x="1005837" y="997282"/>
                  </a:lnTo>
                  <a:lnTo>
                    <a:pt x="1002080" y="942268"/>
                  </a:lnTo>
                  <a:lnTo>
                    <a:pt x="996426" y="887417"/>
                  </a:lnTo>
                  <a:lnTo>
                    <a:pt x="988881" y="832794"/>
                  </a:lnTo>
                  <a:lnTo>
                    <a:pt x="979454" y="778464"/>
                  </a:lnTo>
                  <a:lnTo>
                    <a:pt x="968156" y="724492"/>
                  </a:lnTo>
                  <a:lnTo>
                    <a:pt x="955001" y="670943"/>
                  </a:lnTo>
                  <a:lnTo>
                    <a:pt x="940004" y="617879"/>
                  </a:lnTo>
                  <a:lnTo>
                    <a:pt x="923184" y="565366"/>
                  </a:lnTo>
                  <a:lnTo>
                    <a:pt x="904560" y="513464"/>
                  </a:lnTo>
                  <a:lnTo>
                    <a:pt x="884155" y="462237"/>
                  </a:lnTo>
                  <a:lnTo>
                    <a:pt x="861993" y="411745"/>
                  </a:lnTo>
                  <a:lnTo>
                    <a:pt x="838100" y="362049"/>
                  </a:lnTo>
                  <a:lnTo>
                    <a:pt x="812505" y="313207"/>
                  </a:lnTo>
                  <a:lnTo>
                    <a:pt x="785239" y="265279"/>
                  </a:lnTo>
                  <a:lnTo>
                    <a:pt x="756333" y="218320"/>
                  </a:lnTo>
                  <a:lnTo>
                    <a:pt x="725823" y="172388"/>
                  </a:lnTo>
                  <a:lnTo>
                    <a:pt x="693745" y="127537"/>
                  </a:lnTo>
                  <a:lnTo>
                    <a:pt x="660137" y="83821"/>
                  </a:lnTo>
                  <a:lnTo>
                    <a:pt x="625040" y="41292"/>
                  </a:lnTo>
                  <a:lnTo>
                    <a:pt x="588494" y="0"/>
                  </a:lnTo>
                  <a:lnTo>
                    <a:pt x="546459" y="38518"/>
                  </a:lnTo>
                  <a:lnTo>
                    <a:pt x="504424" y="77036"/>
                  </a:lnTo>
                  <a:lnTo>
                    <a:pt x="462388" y="115554"/>
                  </a:lnTo>
                  <a:lnTo>
                    <a:pt x="420353" y="154073"/>
                  </a:lnTo>
                  <a:lnTo>
                    <a:pt x="378318" y="192591"/>
                  </a:lnTo>
                  <a:lnTo>
                    <a:pt x="336282" y="231109"/>
                  </a:lnTo>
                  <a:lnTo>
                    <a:pt x="294247" y="269628"/>
                  </a:lnTo>
                  <a:lnTo>
                    <a:pt x="252212" y="308146"/>
                  </a:lnTo>
                  <a:lnTo>
                    <a:pt x="210176" y="346664"/>
                  </a:lnTo>
                  <a:lnTo>
                    <a:pt x="168141" y="385182"/>
                  </a:lnTo>
                  <a:lnTo>
                    <a:pt x="126106" y="423701"/>
                  </a:lnTo>
                  <a:lnTo>
                    <a:pt x="84070" y="462219"/>
                  </a:lnTo>
                  <a:lnTo>
                    <a:pt x="42035" y="500737"/>
                  </a:lnTo>
                  <a:lnTo>
                    <a:pt x="0" y="539256"/>
                  </a:lnTo>
                  <a:lnTo>
                    <a:pt x="35821" y="581166"/>
                  </a:lnTo>
                  <a:lnTo>
                    <a:pt x="68664" y="625450"/>
                  </a:lnTo>
                  <a:lnTo>
                    <a:pt x="98372" y="671895"/>
                  </a:lnTo>
                  <a:lnTo>
                    <a:pt x="124802" y="720280"/>
                  </a:lnTo>
                  <a:lnTo>
                    <a:pt x="147830" y="770375"/>
                  </a:lnTo>
                  <a:lnTo>
                    <a:pt x="167344" y="821939"/>
                  </a:lnTo>
                  <a:lnTo>
                    <a:pt x="183253" y="874727"/>
                  </a:lnTo>
                  <a:lnTo>
                    <a:pt x="195479" y="928488"/>
                  </a:lnTo>
                  <a:lnTo>
                    <a:pt x="203965" y="982964"/>
                  </a:lnTo>
                  <a:lnTo>
                    <a:pt x="208671" y="1037897"/>
                  </a:lnTo>
                  <a:lnTo>
                    <a:pt x="209573" y="1093023"/>
                  </a:lnTo>
                  <a:close/>
                </a:path>
              </a:pathLst>
            </a:cu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10780757" y="3968336"/>
              <a:ext cx="936478" cy="846089"/>
            </a:xfrm>
            <a:custGeom>
              <a:avLst/>
              <a:pathLst>
                <a:path w="936478" h="846089">
                  <a:moveTo>
                    <a:pt x="0" y="388261"/>
                  </a:moveTo>
                  <a:lnTo>
                    <a:pt x="46703" y="420963"/>
                  </a:lnTo>
                  <a:lnTo>
                    <a:pt x="93406" y="453665"/>
                  </a:lnTo>
                  <a:lnTo>
                    <a:pt x="140110" y="486367"/>
                  </a:lnTo>
                  <a:lnTo>
                    <a:pt x="186813" y="519069"/>
                  </a:lnTo>
                  <a:lnTo>
                    <a:pt x="233516" y="551771"/>
                  </a:lnTo>
                  <a:lnTo>
                    <a:pt x="280220" y="584473"/>
                  </a:lnTo>
                  <a:lnTo>
                    <a:pt x="326923" y="617175"/>
                  </a:lnTo>
                  <a:lnTo>
                    <a:pt x="373627" y="649877"/>
                  </a:lnTo>
                  <a:lnTo>
                    <a:pt x="420330" y="682579"/>
                  </a:lnTo>
                  <a:lnTo>
                    <a:pt x="467033" y="715281"/>
                  </a:lnTo>
                  <a:lnTo>
                    <a:pt x="513737" y="747983"/>
                  </a:lnTo>
                  <a:lnTo>
                    <a:pt x="560440" y="780685"/>
                  </a:lnTo>
                  <a:lnTo>
                    <a:pt x="607143" y="813387"/>
                  </a:lnTo>
                  <a:lnTo>
                    <a:pt x="653847" y="846089"/>
                  </a:lnTo>
                  <a:lnTo>
                    <a:pt x="685006" y="799894"/>
                  </a:lnTo>
                  <a:lnTo>
                    <a:pt x="714534" y="752639"/>
                  </a:lnTo>
                  <a:lnTo>
                    <a:pt x="742395" y="704382"/>
                  </a:lnTo>
                  <a:lnTo>
                    <a:pt x="768555" y="655182"/>
                  </a:lnTo>
                  <a:lnTo>
                    <a:pt x="792982" y="605100"/>
                  </a:lnTo>
                  <a:lnTo>
                    <a:pt x="815646" y="554195"/>
                  </a:lnTo>
                  <a:lnTo>
                    <a:pt x="836520" y="502530"/>
                  </a:lnTo>
                  <a:lnTo>
                    <a:pt x="855578" y="450169"/>
                  </a:lnTo>
                  <a:lnTo>
                    <a:pt x="872797" y="397174"/>
                  </a:lnTo>
                  <a:lnTo>
                    <a:pt x="888156" y="343611"/>
                  </a:lnTo>
                  <a:lnTo>
                    <a:pt x="901637" y="289544"/>
                  </a:lnTo>
                  <a:lnTo>
                    <a:pt x="913222" y="235039"/>
                  </a:lnTo>
                  <a:lnTo>
                    <a:pt x="922898" y="180164"/>
                  </a:lnTo>
                  <a:lnTo>
                    <a:pt x="930653" y="124984"/>
                  </a:lnTo>
                  <a:lnTo>
                    <a:pt x="936478" y="69567"/>
                  </a:lnTo>
                  <a:lnTo>
                    <a:pt x="879680" y="64598"/>
                  </a:lnTo>
                  <a:lnTo>
                    <a:pt x="822883" y="59629"/>
                  </a:lnTo>
                  <a:lnTo>
                    <a:pt x="766086" y="54660"/>
                  </a:lnTo>
                  <a:lnTo>
                    <a:pt x="709288" y="49691"/>
                  </a:lnTo>
                  <a:lnTo>
                    <a:pt x="652491" y="44722"/>
                  </a:lnTo>
                  <a:lnTo>
                    <a:pt x="595694" y="39752"/>
                  </a:lnTo>
                  <a:lnTo>
                    <a:pt x="538896" y="34783"/>
                  </a:lnTo>
                  <a:lnTo>
                    <a:pt x="482099" y="29814"/>
                  </a:lnTo>
                  <a:lnTo>
                    <a:pt x="425302" y="24845"/>
                  </a:lnTo>
                  <a:lnTo>
                    <a:pt x="368504" y="19876"/>
                  </a:lnTo>
                  <a:lnTo>
                    <a:pt x="311707" y="14907"/>
                  </a:lnTo>
                  <a:lnTo>
                    <a:pt x="254910" y="9938"/>
                  </a:lnTo>
                  <a:lnTo>
                    <a:pt x="198112" y="4969"/>
                  </a:lnTo>
                  <a:lnTo>
                    <a:pt x="141315" y="0"/>
                  </a:lnTo>
                  <a:lnTo>
                    <a:pt x="133893" y="59228"/>
                  </a:lnTo>
                  <a:lnTo>
                    <a:pt x="122065" y="117735"/>
                  </a:lnTo>
                  <a:lnTo>
                    <a:pt x="105898" y="175196"/>
                  </a:lnTo>
                  <a:lnTo>
                    <a:pt x="85483" y="231287"/>
                  </a:lnTo>
                  <a:lnTo>
                    <a:pt x="60932" y="285696"/>
                  </a:lnTo>
                  <a:lnTo>
                    <a:pt x="32385" y="338118"/>
                  </a:lnTo>
                  <a:close/>
                </a:path>
              </a:pathLst>
            </a:cu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9918538" y="4356597"/>
              <a:ext cx="1516066" cy="1138547"/>
            </a:xfrm>
            <a:custGeom>
              <a:avLst/>
              <a:pathLst>
                <a:path w="1516066" h="1138547">
                  <a:moveTo>
                    <a:pt x="104186" y="333542"/>
                  </a:moveTo>
                  <a:lnTo>
                    <a:pt x="96744" y="390069"/>
                  </a:lnTo>
                  <a:lnTo>
                    <a:pt x="89302" y="446595"/>
                  </a:lnTo>
                  <a:lnTo>
                    <a:pt x="81860" y="503122"/>
                  </a:lnTo>
                  <a:lnTo>
                    <a:pt x="74418" y="559648"/>
                  </a:lnTo>
                  <a:lnTo>
                    <a:pt x="66976" y="616175"/>
                  </a:lnTo>
                  <a:lnTo>
                    <a:pt x="59534" y="672701"/>
                  </a:lnTo>
                  <a:lnTo>
                    <a:pt x="52093" y="729228"/>
                  </a:lnTo>
                  <a:lnTo>
                    <a:pt x="44651" y="785754"/>
                  </a:lnTo>
                  <a:lnTo>
                    <a:pt x="37209" y="842281"/>
                  </a:lnTo>
                  <a:lnTo>
                    <a:pt x="29767" y="898807"/>
                  </a:lnTo>
                  <a:lnTo>
                    <a:pt x="22325" y="955334"/>
                  </a:lnTo>
                  <a:lnTo>
                    <a:pt x="14883" y="1011860"/>
                  </a:lnTo>
                  <a:lnTo>
                    <a:pt x="7441" y="1068387"/>
                  </a:lnTo>
                  <a:lnTo>
                    <a:pt x="0" y="1124914"/>
                  </a:lnTo>
                  <a:lnTo>
                    <a:pt x="54063" y="1131096"/>
                  </a:lnTo>
                  <a:lnTo>
                    <a:pt x="108307" y="1135432"/>
                  </a:lnTo>
                  <a:lnTo>
                    <a:pt x="162666" y="1137917"/>
                  </a:lnTo>
                  <a:lnTo>
                    <a:pt x="217079" y="1138547"/>
                  </a:lnTo>
                  <a:lnTo>
                    <a:pt x="271481" y="1137323"/>
                  </a:lnTo>
                  <a:lnTo>
                    <a:pt x="325810" y="1134245"/>
                  </a:lnTo>
                  <a:lnTo>
                    <a:pt x="380003" y="1129318"/>
                  </a:lnTo>
                  <a:lnTo>
                    <a:pt x="433996" y="1122546"/>
                  </a:lnTo>
                  <a:lnTo>
                    <a:pt x="487727" y="1113939"/>
                  </a:lnTo>
                  <a:lnTo>
                    <a:pt x="541133" y="1103505"/>
                  </a:lnTo>
                  <a:lnTo>
                    <a:pt x="594153" y="1091256"/>
                  </a:lnTo>
                  <a:lnTo>
                    <a:pt x="646725" y="1077208"/>
                  </a:lnTo>
                  <a:lnTo>
                    <a:pt x="698787" y="1061377"/>
                  </a:lnTo>
                  <a:lnTo>
                    <a:pt x="750280" y="1043780"/>
                  </a:lnTo>
                  <a:lnTo>
                    <a:pt x="801142" y="1024438"/>
                  </a:lnTo>
                  <a:lnTo>
                    <a:pt x="851316" y="1003374"/>
                  </a:lnTo>
                  <a:lnTo>
                    <a:pt x="900743" y="980613"/>
                  </a:lnTo>
                  <a:lnTo>
                    <a:pt x="949366" y="956180"/>
                  </a:lnTo>
                  <a:lnTo>
                    <a:pt x="997128" y="930104"/>
                  </a:lnTo>
                  <a:lnTo>
                    <a:pt x="1043973" y="902415"/>
                  </a:lnTo>
                  <a:lnTo>
                    <a:pt x="1089847" y="873146"/>
                  </a:lnTo>
                  <a:lnTo>
                    <a:pt x="1134697" y="842330"/>
                  </a:lnTo>
                  <a:lnTo>
                    <a:pt x="1178471" y="810004"/>
                  </a:lnTo>
                  <a:lnTo>
                    <a:pt x="1221117" y="776205"/>
                  </a:lnTo>
                  <a:lnTo>
                    <a:pt x="1262587" y="740972"/>
                  </a:lnTo>
                  <a:lnTo>
                    <a:pt x="1302832" y="704346"/>
                  </a:lnTo>
                  <a:lnTo>
                    <a:pt x="1341805" y="666369"/>
                  </a:lnTo>
                  <a:lnTo>
                    <a:pt x="1379461" y="627087"/>
                  </a:lnTo>
                  <a:lnTo>
                    <a:pt x="1415757" y="586543"/>
                  </a:lnTo>
                  <a:lnTo>
                    <a:pt x="1450650" y="544787"/>
                  </a:lnTo>
                  <a:lnTo>
                    <a:pt x="1484099" y="501865"/>
                  </a:lnTo>
                  <a:lnTo>
                    <a:pt x="1516066" y="457828"/>
                  </a:lnTo>
                  <a:lnTo>
                    <a:pt x="1469363" y="425126"/>
                  </a:lnTo>
                  <a:lnTo>
                    <a:pt x="1422659" y="392424"/>
                  </a:lnTo>
                  <a:lnTo>
                    <a:pt x="1375956" y="359722"/>
                  </a:lnTo>
                  <a:lnTo>
                    <a:pt x="1329253" y="327020"/>
                  </a:lnTo>
                  <a:lnTo>
                    <a:pt x="1282549" y="294318"/>
                  </a:lnTo>
                  <a:lnTo>
                    <a:pt x="1235846" y="261616"/>
                  </a:lnTo>
                  <a:lnTo>
                    <a:pt x="1189142" y="228914"/>
                  </a:lnTo>
                  <a:lnTo>
                    <a:pt x="1142439" y="196212"/>
                  </a:lnTo>
                  <a:lnTo>
                    <a:pt x="1095736" y="163510"/>
                  </a:lnTo>
                  <a:lnTo>
                    <a:pt x="1049032" y="130808"/>
                  </a:lnTo>
                  <a:lnTo>
                    <a:pt x="1002329" y="98106"/>
                  </a:lnTo>
                  <a:lnTo>
                    <a:pt x="955626" y="65404"/>
                  </a:lnTo>
                  <a:lnTo>
                    <a:pt x="908922" y="32702"/>
                  </a:lnTo>
                  <a:lnTo>
                    <a:pt x="862219" y="0"/>
                  </a:lnTo>
                  <a:lnTo>
                    <a:pt x="829511" y="43479"/>
                  </a:lnTo>
                  <a:lnTo>
                    <a:pt x="793916" y="84629"/>
                  </a:lnTo>
                  <a:lnTo>
                    <a:pt x="755602" y="123258"/>
                  </a:lnTo>
                  <a:lnTo>
                    <a:pt x="714744" y="159188"/>
                  </a:lnTo>
                  <a:lnTo>
                    <a:pt x="671534" y="192251"/>
                  </a:lnTo>
                  <a:lnTo>
                    <a:pt x="626172" y="222293"/>
                  </a:lnTo>
                  <a:lnTo>
                    <a:pt x="578869" y="249175"/>
                  </a:lnTo>
                  <a:lnTo>
                    <a:pt x="529844" y="272772"/>
                  </a:lnTo>
                  <a:lnTo>
                    <a:pt x="479326" y="292975"/>
                  </a:lnTo>
                  <a:lnTo>
                    <a:pt x="427548" y="309689"/>
                  </a:lnTo>
                  <a:lnTo>
                    <a:pt x="374752" y="322838"/>
                  </a:lnTo>
                  <a:lnTo>
                    <a:pt x="321184" y="332359"/>
                  </a:lnTo>
                  <a:lnTo>
                    <a:pt x="267091" y="338208"/>
                  </a:lnTo>
                  <a:lnTo>
                    <a:pt x="212725" y="340359"/>
                  </a:lnTo>
                  <a:lnTo>
                    <a:pt x="158339" y="338801"/>
                  </a:lnTo>
                  <a:close/>
                </a:path>
              </a:pathLst>
            </a:cu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8604396" y="4138792"/>
              <a:ext cx="1418327" cy="1342719"/>
            </a:xfrm>
            <a:custGeom>
              <a:avLst/>
              <a:pathLst>
                <a:path w="1418327" h="1342719">
                  <a:moveTo>
                    <a:pt x="761256" y="0"/>
                  </a:moveTo>
                  <a:lnTo>
                    <a:pt x="706881" y="17144"/>
                  </a:lnTo>
                  <a:lnTo>
                    <a:pt x="652505" y="34289"/>
                  </a:lnTo>
                  <a:lnTo>
                    <a:pt x="598130" y="51433"/>
                  </a:lnTo>
                  <a:lnTo>
                    <a:pt x="543754" y="68578"/>
                  </a:lnTo>
                  <a:lnTo>
                    <a:pt x="489379" y="85722"/>
                  </a:lnTo>
                  <a:lnTo>
                    <a:pt x="435003" y="102867"/>
                  </a:lnTo>
                  <a:lnTo>
                    <a:pt x="380628" y="120011"/>
                  </a:lnTo>
                  <a:lnTo>
                    <a:pt x="326252" y="137156"/>
                  </a:lnTo>
                  <a:lnTo>
                    <a:pt x="271877" y="154300"/>
                  </a:lnTo>
                  <a:lnTo>
                    <a:pt x="217501" y="171445"/>
                  </a:lnTo>
                  <a:lnTo>
                    <a:pt x="163126" y="188589"/>
                  </a:lnTo>
                  <a:lnTo>
                    <a:pt x="108750" y="205734"/>
                  </a:lnTo>
                  <a:lnTo>
                    <a:pt x="54375" y="222878"/>
                  </a:lnTo>
                  <a:lnTo>
                    <a:pt x="0" y="240023"/>
                  </a:lnTo>
                  <a:lnTo>
                    <a:pt x="17399" y="292069"/>
                  </a:lnTo>
                  <a:lnTo>
                    <a:pt x="36577" y="343487"/>
                  </a:lnTo>
                  <a:lnTo>
                    <a:pt x="57510" y="394216"/>
                  </a:lnTo>
                  <a:lnTo>
                    <a:pt x="80175" y="444194"/>
                  </a:lnTo>
                  <a:lnTo>
                    <a:pt x="104545" y="493365"/>
                  </a:lnTo>
                  <a:lnTo>
                    <a:pt x="130590" y="541668"/>
                  </a:lnTo>
                  <a:lnTo>
                    <a:pt x="158280" y="589048"/>
                  </a:lnTo>
                  <a:lnTo>
                    <a:pt x="187582" y="635448"/>
                  </a:lnTo>
                  <a:lnTo>
                    <a:pt x="218461" y="680814"/>
                  </a:lnTo>
                  <a:lnTo>
                    <a:pt x="250882" y="725091"/>
                  </a:lnTo>
                  <a:lnTo>
                    <a:pt x="284805" y="768228"/>
                  </a:lnTo>
                  <a:lnTo>
                    <a:pt x="320191" y="810173"/>
                  </a:lnTo>
                  <a:lnTo>
                    <a:pt x="356998" y="850878"/>
                  </a:lnTo>
                  <a:lnTo>
                    <a:pt x="395182" y="890293"/>
                  </a:lnTo>
                  <a:lnTo>
                    <a:pt x="434698" y="928373"/>
                  </a:lnTo>
                  <a:lnTo>
                    <a:pt x="475499" y="965072"/>
                  </a:lnTo>
                  <a:lnTo>
                    <a:pt x="517538" y="1000346"/>
                  </a:lnTo>
                  <a:lnTo>
                    <a:pt x="560765" y="1034155"/>
                  </a:lnTo>
                  <a:lnTo>
                    <a:pt x="605128" y="1066459"/>
                  </a:lnTo>
                  <a:lnTo>
                    <a:pt x="650575" y="1097218"/>
                  </a:lnTo>
                  <a:lnTo>
                    <a:pt x="697052" y="1126397"/>
                  </a:lnTo>
                  <a:lnTo>
                    <a:pt x="744505" y="1153962"/>
                  </a:lnTo>
                  <a:lnTo>
                    <a:pt x="792877" y="1179879"/>
                  </a:lnTo>
                  <a:lnTo>
                    <a:pt x="842112" y="1204119"/>
                  </a:lnTo>
                  <a:lnTo>
                    <a:pt x="892150" y="1226651"/>
                  </a:lnTo>
                  <a:lnTo>
                    <a:pt x="942934" y="1247451"/>
                  </a:lnTo>
                  <a:lnTo>
                    <a:pt x="994402" y="1266493"/>
                  </a:lnTo>
                  <a:lnTo>
                    <a:pt x="1046495" y="1283754"/>
                  </a:lnTo>
                  <a:lnTo>
                    <a:pt x="1099149" y="1299215"/>
                  </a:lnTo>
                  <a:lnTo>
                    <a:pt x="1152305" y="1312857"/>
                  </a:lnTo>
                  <a:lnTo>
                    <a:pt x="1205897" y="1324664"/>
                  </a:lnTo>
                  <a:lnTo>
                    <a:pt x="1259864" y="1334622"/>
                  </a:lnTo>
                  <a:lnTo>
                    <a:pt x="1314141" y="1342719"/>
                  </a:lnTo>
                  <a:lnTo>
                    <a:pt x="1321583" y="1286192"/>
                  </a:lnTo>
                  <a:lnTo>
                    <a:pt x="1329025" y="1229666"/>
                  </a:lnTo>
                  <a:lnTo>
                    <a:pt x="1336467" y="1173139"/>
                  </a:lnTo>
                  <a:lnTo>
                    <a:pt x="1343909" y="1116613"/>
                  </a:lnTo>
                  <a:lnTo>
                    <a:pt x="1351351" y="1060086"/>
                  </a:lnTo>
                  <a:lnTo>
                    <a:pt x="1358793" y="1003560"/>
                  </a:lnTo>
                  <a:lnTo>
                    <a:pt x="1366234" y="947033"/>
                  </a:lnTo>
                  <a:lnTo>
                    <a:pt x="1373676" y="890507"/>
                  </a:lnTo>
                  <a:lnTo>
                    <a:pt x="1381118" y="833980"/>
                  </a:lnTo>
                  <a:lnTo>
                    <a:pt x="1388560" y="777454"/>
                  </a:lnTo>
                  <a:lnTo>
                    <a:pt x="1396002" y="720927"/>
                  </a:lnTo>
                  <a:lnTo>
                    <a:pt x="1403444" y="664401"/>
                  </a:lnTo>
                  <a:lnTo>
                    <a:pt x="1410886" y="607874"/>
                  </a:lnTo>
                  <a:lnTo>
                    <a:pt x="1418327" y="551348"/>
                  </a:lnTo>
                  <a:lnTo>
                    <a:pt x="1362525" y="541978"/>
                  </a:lnTo>
                  <a:lnTo>
                    <a:pt x="1307526" y="528679"/>
                  </a:lnTo>
                  <a:lnTo>
                    <a:pt x="1253608" y="511517"/>
                  </a:lnTo>
                  <a:lnTo>
                    <a:pt x="1201041" y="490578"/>
                  </a:lnTo>
                  <a:lnTo>
                    <a:pt x="1150090" y="465968"/>
                  </a:lnTo>
                  <a:lnTo>
                    <a:pt x="1101010" y="437809"/>
                  </a:lnTo>
                  <a:lnTo>
                    <a:pt x="1054048" y="406245"/>
                  </a:lnTo>
                  <a:lnTo>
                    <a:pt x="1009440" y="371433"/>
                  </a:lnTo>
                  <a:lnTo>
                    <a:pt x="967411" y="333548"/>
                  </a:lnTo>
                  <a:lnTo>
                    <a:pt x="928171" y="292781"/>
                  </a:lnTo>
                  <a:lnTo>
                    <a:pt x="891918" y="249336"/>
                  </a:lnTo>
                  <a:lnTo>
                    <a:pt x="858834" y="203432"/>
                  </a:lnTo>
                  <a:lnTo>
                    <a:pt x="829085" y="155300"/>
                  </a:lnTo>
                  <a:lnTo>
                    <a:pt x="802821" y="105181"/>
                  </a:lnTo>
                  <a:lnTo>
                    <a:pt x="780174" y="53327"/>
                  </a:lnTo>
                  <a:close/>
                </a:path>
              </a:pathLst>
            </a:cu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8530514" y="2591074"/>
              <a:ext cx="1138567" cy="1787741"/>
            </a:xfrm>
            <a:custGeom>
              <a:avLst/>
              <a:pathLst>
                <a:path w="1138567" h="1787741">
                  <a:moveTo>
                    <a:pt x="1138567" y="653847"/>
                  </a:moveTo>
                  <a:lnTo>
                    <a:pt x="1105864" y="607143"/>
                  </a:lnTo>
                  <a:lnTo>
                    <a:pt x="1073162" y="560440"/>
                  </a:lnTo>
                  <a:lnTo>
                    <a:pt x="1040460" y="513737"/>
                  </a:lnTo>
                  <a:lnTo>
                    <a:pt x="1007758" y="467033"/>
                  </a:lnTo>
                  <a:lnTo>
                    <a:pt x="975056" y="420330"/>
                  </a:lnTo>
                  <a:lnTo>
                    <a:pt x="942354" y="373627"/>
                  </a:lnTo>
                  <a:lnTo>
                    <a:pt x="909652" y="326923"/>
                  </a:lnTo>
                  <a:lnTo>
                    <a:pt x="876950" y="280220"/>
                  </a:lnTo>
                  <a:lnTo>
                    <a:pt x="844248" y="233516"/>
                  </a:lnTo>
                  <a:lnTo>
                    <a:pt x="811546" y="186813"/>
                  </a:lnTo>
                  <a:lnTo>
                    <a:pt x="778844" y="140110"/>
                  </a:lnTo>
                  <a:lnTo>
                    <a:pt x="746142" y="93406"/>
                  </a:lnTo>
                  <a:lnTo>
                    <a:pt x="713440" y="46703"/>
                  </a:lnTo>
                  <a:lnTo>
                    <a:pt x="680738" y="0"/>
                  </a:lnTo>
                  <a:lnTo>
                    <a:pt x="636560" y="32073"/>
                  </a:lnTo>
                  <a:lnTo>
                    <a:pt x="593505" y="65638"/>
                  </a:lnTo>
                  <a:lnTo>
                    <a:pt x="551622" y="100655"/>
                  </a:lnTo>
                  <a:lnTo>
                    <a:pt x="510962" y="137084"/>
                  </a:lnTo>
                  <a:lnTo>
                    <a:pt x="471571" y="174882"/>
                  </a:lnTo>
                  <a:lnTo>
                    <a:pt x="433495" y="214005"/>
                  </a:lnTo>
                  <a:lnTo>
                    <a:pt x="396779" y="254407"/>
                  </a:lnTo>
                  <a:lnTo>
                    <a:pt x="361466" y="296040"/>
                  </a:lnTo>
                  <a:lnTo>
                    <a:pt x="327597" y="338857"/>
                  </a:lnTo>
                  <a:lnTo>
                    <a:pt x="295212" y="382807"/>
                  </a:lnTo>
                  <a:lnTo>
                    <a:pt x="264349" y="427838"/>
                  </a:lnTo>
                  <a:lnTo>
                    <a:pt x="235044" y="473898"/>
                  </a:lnTo>
                  <a:lnTo>
                    <a:pt x="207330" y="520934"/>
                  </a:lnTo>
                  <a:lnTo>
                    <a:pt x="181241" y="568889"/>
                  </a:lnTo>
                  <a:lnTo>
                    <a:pt x="156807" y="617709"/>
                  </a:lnTo>
                  <a:lnTo>
                    <a:pt x="134057" y="667335"/>
                  </a:lnTo>
                  <a:lnTo>
                    <a:pt x="113016" y="717710"/>
                  </a:lnTo>
                  <a:lnTo>
                    <a:pt x="93711" y="768775"/>
                  </a:lnTo>
                  <a:lnTo>
                    <a:pt x="76163" y="820471"/>
                  </a:lnTo>
                  <a:lnTo>
                    <a:pt x="60392" y="872736"/>
                  </a:lnTo>
                  <a:lnTo>
                    <a:pt x="46418" y="925510"/>
                  </a:lnTo>
                  <a:lnTo>
                    <a:pt x="34257" y="978731"/>
                  </a:lnTo>
                  <a:lnTo>
                    <a:pt x="23922" y="1032336"/>
                  </a:lnTo>
                  <a:lnTo>
                    <a:pt x="15426" y="1086264"/>
                  </a:lnTo>
                  <a:lnTo>
                    <a:pt x="8780" y="1140450"/>
                  </a:lnTo>
                  <a:lnTo>
                    <a:pt x="3990" y="1194832"/>
                  </a:lnTo>
                  <a:lnTo>
                    <a:pt x="1062" y="1249347"/>
                  </a:lnTo>
                  <a:lnTo>
                    <a:pt x="0" y="1303929"/>
                  </a:lnTo>
                  <a:lnTo>
                    <a:pt x="804" y="1358516"/>
                  </a:lnTo>
                  <a:lnTo>
                    <a:pt x="3475" y="1413043"/>
                  </a:lnTo>
                  <a:lnTo>
                    <a:pt x="8008" y="1467447"/>
                  </a:lnTo>
                  <a:lnTo>
                    <a:pt x="14400" y="1521664"/>
                  </a:lnTo>
                  <a:lnTo>
                    <a:pt x="22641" y="1575631"/>
                  </a:lnTo>
                  <a:lnTo>
                    <a:pt x="32722" y="1629285"/>
                  </a:lnTo>
                  <a:lnTo>
                    <a:pt x="44633" y="1682563"/>
                  </a:lnTo>
                  <a:lnTo>
                    <a:pt x="58358" y="1735402"/>
                  </a:lnTo>
                  <a:lnTo>
                    <a:pt x="73881" y="1787741"/>
                  </a:lnTo>
                  <a:lnTo>
                    <a:pt x="128257" y="1770596"/>
                  </a:lnTo>
                  <a:lnTo>
                    <a:pt x="182632" y="1753452"/>
                  </a:lnTo>
                  <a:lnTo>
                    <a:pt x="237008" y="1736307"/>
                  </a:lnTo>
                  <a:lnTo>
                    <a:pt x="291383" y="1719163"/>
                  </a:lnTo>
                  <a:lnTo>
                    <a:pt x="345759" y="1702018"/>
                  </a:lnTo>
                  <a:lnTo>
                    <a:pt x="400134" y="1684874"/>
                  </a:lnTo>
                  <a:lnTo>
                    <a:pt x="454510" y="1667729"/>
                  </a:lnTo>
                  <a:lnTo>
                    <a:pt x="508885" y="1650585"/>
                  </a:lnTo>
                  <a:lnTo>
                    <a:pt x="563261" y="1633440"/>
                  </a:lnTo>
                  <a:lnTo>
                    <a:pt x="617636" y="1616296"/>
                  </a:lnTo>
                  <a:lnTo>
                    <a:pt x="672012" y="1599151"/>
                  </a:lnTo>
                  <a:lnTo>
                    <a:pt x="726387" y="1582006"/>
                  </a:lnTo>
                  <a:lnTo>
                    <a:pt x="780763" y="1564862"/>
                  </a:lnTo>
                  <a:lnTo>
                    <a:pt x="835138" y="1547717"/>
                  </a:lnTo>
                  <a:lnTo>
                    <a:pt x="820159" y="1493654"/>
                  </a:lnTo>
                  <a:lnTo>
                    <a:pt x="809015" y="1438672"/>
                  </a:lnTo>
                  <a:lnTo>
                    <a:pt x="801760" y="1383042"/>
                  </a:lnTo>
                  <a:lnTo>
                    <a:pt x="798430" y="1327041"/>
                  </a:lnTo>
                  <a:lnTo>
                    <a:pt x="799042" y="1270944"/>
                  </a:lnTo>
                  <a:lnTo>
                    <a:pt x="803592" y="1215029"/>
                  </a:lnTo>
                  <a:lnTo>
                    <a:pt x="812059" y="1159571"/>
                  </a:lnTo>
                  <a:lnTo>
                    <a:pt x="824401" y="1104845"/>
                  </a:lnTo>
                  <a:lnTo>
                    <a:pt x="840556" y="1051121"/>
                  </a:lnTo>
                  <a:lnTo>
                    <a:pt x="860444" y="998664"/>
                  </a:lnTo>
                  <a:lnTo>
                    <a:pt x="883968" y="947734"/>
                  </a:lnTo>
                  <a:lnTo>
                    <a:pt x="911011" y="898583"/>
                  </a:lnTo>
                  <a:lnTo>
                    <a:pt x="941440" y="851452"/>
                  </a:lnTo>
                  <a:lnTo>
                    <a:pt x="975104" y="806574"/>
                  </a:lnTo>
                  <a:lnTo>
                    <a:pt x="1011838" y="764172"/>
                  </a:lnTo>
                  <a:lnTo>
                    <a:pt x="1051458" y="724456"/>
                  </a:lnTo>
                  <a:lnTo>
                    <a:pt x="1093771" y="687620"/>
                  </a:lnTo>
                  <a:close/>
                </a:path>
              </a:pathLst>
            </a:cu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9211253" y="2302368"/>
              <a:ext cx="915657" cy="942552"/>
            </a:xfrm>
            <a:custGeom>
              <a:avLst/>
              <a:pathLst>
                <a:path w="915657" h="942552">
                  <a:moveTo>
                    <a:pt x="915657" y="798200"/>
                  </a:moveTo>
                  <a:lnTo>
                    <a:pt x="915657" y="741185"/>
                  </a:lnTo>
                  <a:lnTo>
                    <a:pt x="915657" y="684171"/>
                  </a:lnTo>
                  <a:lnTo>
                    <a:pt x="915657" y="627157"/>
                  </a:lnTo>
                  <a:lnTo>
                    <a:pt x="915657" y="570142"/>
                  </a:lnTo>
                  <a:lnTo>
                    <a:pt x="915657" y="513128"/>
                  </a:lnTo>
                  <a:lnTo>
                    <a:pt x="915657" y="456114"/>
                  </a:lnTo>
                  <a:lnTo>
                    <a:pt x="915657" y="399100"/>
                  </a:lnTo>
                  <a:lnTo>
                    <a:pt x="915657" y="342085"/>
                  </a:lnTo>
                  <a:lnTo>
                    <a:pt x="915657" y="285071"/>
                  </a:lnTo>
                  <a:lnTo>
                    <a:pt x="915657" y="228057"/>
                  </a:lnTo>
                  <a:lnTo>
                    <a:pt x="915657" y="171042"/>
                  </a:lnTo>
                  <a:lnTo>
                    <a:pt x="915657" y="114028"/>
                  </a:lnTo>
                  <a:lnTo>
                    <a:pt x="915657" y="57014"/>
                  </a:lnTo>
                  <a:lnTo>
                    <a:pt x="915657" y="0"/>
                  </a:lnTo>
                  <a:lnTo>
                    <a:pt x="861490" y="919"/>
                  </a:lnTo>
                  <a:lnTo>
                    <a:pt x="807386" y="3675"/>
                  </a:lnTo>
                  <a:lnTo>
                    <a:pt x="753407" y="8266"/>
                  </a:lnTo>
                  <a:lnTo>
                    <a:pt x="699614" y="14686"/>
                  </a:lnTo>
                  <a:lnTo>
                    <a:pt x="646070" y="22927"/>
                  </a:lnTo>
                  <a:lnTo>
                    <a:pt x="592837" y="32980"/>
                  </a:lnTo>
                  <a:lnTo>
                    <a:pt x="539975" y="44834"/>
                  </a:lnTo>
                  <a:lnTo>
                    <a:pt x="487546" y="58474"/>
                  </a:lnTo>
                  <a:lnTo>
                    <a:pt x="435610" y="73886"/>
                  </a:lnTo>
                  <a:lnTo>
                    <a:pt x="384227" y="91051"/>
                  </a:lnTo>
                  <a:lnTo>
                    <a:pt x="333456" y="109949"/>
                  </a:lnTo>
                  <a:lnTo>
                    <a:pt x="283355" y="130559"/>
                  </a:lnTo>
                  <a:lnTo>
                    <a:pt x="233983" y="152858"/>
                  </a:lnTo>
                  <a:lnTo>
                    <a:pt x="185395" y="176818"/>
                  </a:lnTo>
                  <a:lnTo>
                    <a:pt x="137649" y="202414"/>
                  </a:lnTo>
                  <a:lnTo>
                    <a:pt x="90798" y="229615"/>
                  </a:lnTo>
                  <a:lnTo>
                    <a:pt x="44897" y="258390"/>
                  </a:lnTo>
                  <a:lnTo>
                    <a:pt x="0" y="288705"/>
                  </a:lnTo>
                  <a:lnTo>
                    <a:pt x="32702" y="335409"/>
                  </a:lnTo>
                  <a:lnTo>
                    <a:pt x="65404" y="382112"/>
                  </a:lnTo>
                  <a:lnTo>
                    <a:pt x="98106" y="428815"/>
                  </a:lnTo>
                  <a:lnTo>
                    <a:pt x="130808" y="475519"/>
                  </a:lnTo>
                  <a:lnTo>
                    <a:pt x="163510" y="522222"/>
                  </a:lnTo>
                  <a:lnTo>
                    <a:pt x="196212" y="568925"/>
                  </a:lnTo>
                  <a:lnTo>
                    <a:pt x="228914" y="615629"/>
                  </a:lnTo>
                  <a:lnTo>
                    <a:pt x="261616" y="662332"/>
                  </a:lnTo>
                  <a:lnTo>
                    <a:pt x="294318" y="709036"/>
                  </a:lnTo>
                  <a:lnTo>
                    <a:pt x="327020" y="755739"/>
                  </a:lnTo>
                  <a:lnTo>
                    <a:pt x="359722" y="802442"/>
                  </a:lnTo>
                  <a:lnTo>
                    <a:pt x="392424" y="849146"/>
                  </a:lnTo>
                  <a:lnTo>
                    <a:pt x="425126" y="895849"/>
                  </a:lnTo>
                  <a:lnTo>
                    <a:pt x="457828" y="942552"/>
                  </a:lnTo>
                  <a:lnTo>
                    <a:pt x="503228" y="913007"/>
                  </a:lnTo>
                  <a:lnTo>
                    <a:pt x="550526" y="886609"/>
                  </a:lnTo>
                  <a:lnTo>
                    <a:pt x="599506" y="863480"/>
                  </a:lnTo>
                  <a:lnTo>
                    <a:pt x="649942" y="843725"/>
                  </a:lnTo>
                  <a:lnTo>
                    <a:pt x="701602" y="827437"/>
                  </a:lnTo>
                  <a:lnTo>
                    <a:pt x="754247" y="814690"/>
                  </a:lnTo>
                  <a:lnTo>
                    <a:pt x="807636" y="805543"/>
                  </a:lnTo>
                  <a:lnTo>
                    <a:pt x="861522" y="800038"/>
                  </a:lnTo>
                  <a:close/>
                </a:path>
              </a:pathLst>
            </a:cu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tx54"/>
            <p:cNvSpPr/>
            <p:nvPr/>
          </p:nvSpPr>
          <p:spPr>
            <a:xfrm>
              <a:off x="10392150" y="2716374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11043701" y="3427418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11095325" y="4221778"/>
              <a:ext cx="313358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8%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10392150" y="4908180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9140332" y="4729462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8776182" y="3427418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9549906" y="2670392"/>
              <a:ext cx="433937" cy="1640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9458002" y="1281260"/>
              <a:ext cx="1337816" cy="2257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HBS Men</a:t>
              </a:r>
            </a:p>
          </p:txBody>
        </p:sp>
        <p:sp>
          <p:nvSpPr>
            <p:cNvPr id="63" name="rc62"/>
            <p:cNvSpPr/>
            <p:nvPr/>
          </p:nvSpPr>
          <p:spPr>
            <a:xfrm>
              <a:off x="69589" y="6074529"/>
              <a:ext cx="12052821" cy="348121"/>
            </a:xfrm>
            <a:prstGeom prst="rect">
              <a:avLst/>
            </a:prstGeom>
            <a:solidFill>
              <a:srgbClr val="0058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667978" y="6162289"/>
              <a:ext cx="201455" cy="235864"/>
            </a:xfrm>
            <a:prstGeom prst="rect">
              <a:avLst/>
            </a:prstGeom>
            <a:solidFill>
              <a:srgbClr val="FE62C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2026587" y="6162289"/>
              <a:ext cx="201456" cy="235864"/>
            </a:xfrm>
            <a:prstGeom prst="rect">
              <a:avLst/>
            </a:prstGeom>
            <a:solidFill>
              <a:srgbClr val="652C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460582" y="6162289"/>
              <a:ext cx="201456" cy="235864"/>
            </a:xfrm>
            <a:prstGeom prst="rect">
              <a:avLst/>
            </a:prstGeom>
            <a:solidFill>
              <a:srgbClr val="9F5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5120130" y="6162289"/>
              <a:ext cx="201456" cy="235864"/>
            </a:xfrm>
            <a:prstGeom prst="rect">
              <a:avLst/>
            </a:prstGeom>
            <a:solidFill>
              <a:srgbClr val="03CD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7021079" y="6162289"/>
              <a:ext cx="201455" cy="235864"/>
            </a:xfrm>
            <a:prstGeom prst="rect">
              <a:avLst/>
            </a:prstGeom>
            <a:solidFill>
              <a:srgbClr val="1AA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9147580" y="6162289"/>
              <a:ext cx="201455" cy="235864"/>
            </a:xfrm>
            <a:prstGeom prst="rect">
              <a:avLst/>
            </a:prstGeom>
            <a:solidFill>
              <a:srgbClr val="D47E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10156278" y="6162289"/>
              <a:ext cx="201455" cy="235864"/>
            </a:xfrm>
            <a:prstGeom prst="rect">
              <a:avLst/>
            </a:prstGeom>
            <a:solidFill>
              <a:srgbClr val="7492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tx70"/>
            <p:cNvSpPr/>
            <p:nvPr/>
          </p:nvSpPr>
          <p:spPr>
            <a:xfrm>
              <a:off x="954350" y="6236744"/>
              <a:ext cx="993576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Flourisher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2312958" y="6193881"/>
              <a:ext cx="1073249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 Seeker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3746954" y="6193881"/>
              <a:ext cx="129867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Joyful Striver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5406501" y="6196560"/>
              <a:ext cx="1536104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Purpose Seeker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7307450" y="6196560"/>
              <a:ext cx="1761529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Purposeful Striver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9433951" y="6234065"/>
              <a:ext cx="643830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Striver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0442649" y="6236744"/>
              <a:ext cx="1106685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Triumvirate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060715" y="1165807"/>
              <a:ext cx="70569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PERCEIVED VS BEHAVIORAL ACHIEVEMENT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257972" y="1852881"/>
              <a:ext cx="10680976" cy="346976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257972" y="5164925"/>
              <a:ext cx="10680976" cy="0"/>
            </a:xfrm>
            <a:custGeom>
              <a:avLst/>
              <a:pathLst>
                <a:path w="10680976" h="0">
                  <a:moveTo>
                    <a:pt x="0" y="0"/>
                  </a:moveTo>
                  <a:lnTo>
                    <a:pt x="10680976" y="0"/>
                  </a:lnTo>
                  <a:lnTo>
                    <a:pt x="10680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257972" y="4639204"/>
              <a:ext cx="10680976" cy="0"/>
            </a:xfrm>
            <a:custGeom>
              <a:avLst/>
              <a:pathLst>
                <a:path w="10680976" h="0">
                  <a:moveTo>
                    <a:pt x="0" y="0"/>
                  </a:moveTo>
                  <a:lnTo>
                    <a:pt x="10680976" y="0"/>
                  </a:lnTo>
                  <a:lnTo>
                    <a:pt x="10680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257972" y="4113483"/>
              <a:ext cx="10680976" cy="0"/>
            </a:xfrm>
            <a:custGeom>
              <a:avLst/>
              <a:pathLst>
                <a:path w="10680976" h="0">
                  <a:moveTo>
                    <a:pt x="0" y="0"/>
                  </a:moveTo>
                  <a:lnTo>
                    <a:pt x="10680976" y="0"/>
                  </a:lnTo>
                  <a:lnTo>
                    <a:pt x="10680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257972" y="3587762"/>
              <a:ext cx="10680976" cy="0"/>
            </a:xfrm>
            <a:custGeom>
              <a:avLst/>
              <a:pathLst>
                <a:path w="10680976" h="0">
                  <a:moveTo>
                    <a:pt x="0" y="0"/>
                  </a:moveTo>
                  <a:lnTo>
                    <a:pt x="10680976" y="0"/>
                  </a:lnTo>
                  <a:lnTo>
                    <a:pt x="10680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257972" y="3062040"/>
              <a:ext cx="10680976" cy="0"/>
            </a:xfrm>
            <a:custGeom>
              <a:avLst/>
              <a:pathLst>
                <a:path w="10680976" h="0">
                  <a:moveTo>
                    <a:pt x="0" y="0"/>
                  </a:moveTo>
                  <a:lnTo>
                    <a:pt x="10680976" y="0"/>
                  </a:lnTo>
                  <a:lnTo>
                    <a:pt x="10680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257972" y="2536319"/>
              <a:ext cx="10680976" cy="0"/>
            </a:xfrm>
            <a:custGeom>
              <a:avLst/>
              <a:pathLst>
                <a:path w="10680976" h="0">
                  <a:moveTo>
                    <a:pt x="0" y="0"/>
                  </a:moveTo>
                  <a:lnTo>
                    <a:pt x="10680976" y="0"/>
                  </a:lnTo>
                  <a:lnTo>
                    <a:pt x="10680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257972" y="2010598"/>
              <a:ext cx="10680976" cy="0"/>
            </a:xfrm>
            <a:custGeom>
              <a:avLst/>
              <a:pathLst>
                <a:path w="10680976" h="0">
                  <a:moveTo>
                    <a:pt x="0" y="0"/>
                  </a:moveTo>
                  <a:lnTo>
                    <a:pt x="10680976" y="0"/>
                  </a:lnTo>
                  <a:lnTo>
                    <a:pt x="10680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783826" y="3137143"/>
              <a:ext cx="7629269" cy="1575661"/>
            </a:xfrm>
            <a:custGeom>
              <a:avLst/>
              <a:pathLst>
                <a:path w="7629269" h="1575661">
                  <a:moveTo>
                    <a:pt x="0" y="0"/>
                  </a:moveTo>
                  <a:lnTo>
                    <a:pt x="2543089" y="1575661"/>
                  </a:lnTo>
                  <a:lnTo>
                    <a:pt x="5086179" y="1568970"/>
                  </a:lnTo>
                  <a:lnTo>
                    <a:pt x="7629269" y="858335"/>
                  </a:lnTo>
                </a:path>
              </a:pathLst>
            </a:custGeom>
            <a:ln w="67753" cap="flat">
              <a:solidFill>
                <a:srgbClr val="FF65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783826" y="2162473"/>
              <a:ext cx="7629269" cy="1333191"/>
            </a:xfrm>
            <a:custGeom>
              <a:avLst/>
              <a:pathLst>
                <a:path w="7629269" h="1333191">
                  <a:moveTo>
                    <a:pt x="0" y="343805"/>
                  </a:moveTo>
                  <a:lnTo>
                    <a:pt x="2543089" y="0"/>
                  </a:lnTo>
                  <a:lnTo>
                    <a:pt x="5086179" y="521048"/>
                  </a:lnTo>
                  <a:lnTo>
                    <a:pt x="7629269" y="1333191"/>
                  </a:lnTo>
                </a:path>
              </a:pathLst>
            </a:custGeom>
            <a:ln w="67753" cap="flat">
              <a:solidFill>
                <a:srgbClr val="AB6D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257972" y="1852881"/>
              <a:ext cx="0" cy="3469760"/>
            </a:xfrm>
            <a:custGeom>
              <a:avLst/>
              <a:pathLst>
                <a:path w="0" h="3469760">
                  <a:moveTo>
                    <a:pt x="0" y="346976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804637" y="5070172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04637" y="4544450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04637" y="4018729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804637" y="3493008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804637" y="2967286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804637" y="2444790"/>
              <a:ext cx="282525" cy="182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804637" y="1915844"/>
              <a:ext cx="282525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3" name="pl22"/>
            <p:cNvSpPr/>
            <p:nvPr/>
          </p:nvSpPr>
          <p:spPr>
            <a:xfrm>
              <a:off x="1257972" y="5322642"/>
              <a:ext cx="10680976" cy="0"/>
            </a:xfrm>
            <a:custGeom>
              <a:avLst/>
              <a:pathLst>
                <a:path w="10680976" h="0">
                  <a:moveTo>
                    <a:pt x="0" y="0"/>
                  </a:moveTo>
                  <a:lnTo>
                    <a:pt x="10680976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1852099" y="5489607"/>
              <a:ext cx="186345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Less than 150K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578496" y="5489607"/>
              <a:ext cx="149683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250K – 500K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277111" y="5489607"/>
              <a:ext cx="118578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500K - 1M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594602" y="5489731"/>
              <a:ext cx="1636985" cy="185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More than 1M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-903653" y="3470125"/>
              <a:ext cx="2441773" cy="235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Achievement Rating</a:t>
              </a:r>
            </a:p>
          </p:txBody>
        </p:sp>
        <p:sp>
          <p:nvSpPr>
            <p:cNvPr id="29" name="pl28"/>
            <p:cNvSpPr/>
            <p:nvPr/>
          </p:nvSpPr>
          <p:spPr>
            <a:xfrm>
              <a:off x="3657057" y="610415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67753" cap="flat">
              <a:solidFill>
                <a:srgbClr val="FF65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6709003" y="610415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67753" cap="flat">
              <a:solidFill>
                <a:srgbClr val="AB6D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3943136" y="6019658"/>
              <a:ext cx="265535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Behavioral Achievement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995081" y="6019658"/>
              <a:ext cx="2566727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Perceived Achievement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JAM DISTRIBUTION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638972" y="1852881"/>
              <a:ext cx="10299976" cy="346976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638972" y="5164925"/>
              <a:ext cx="10299976" cy="0"/>
            </a:xfrm>
            <a:custGeom>
              <a:avLst/>
              <a:pathLst>
                <a:path w="10299976" h="0">
                  <a:moveTo>
                    <a:pt x="0" y="0"/>
                  </a:moveTo>
                  <a:lnTo>
                    <a:pt x="10299976" y="0"/>
                  </a:lnTo>
                  <a:lnTo>
                    <a:pt x="10299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638972" y="4376343"/>
              <a:ext cx="10299976" cy="0"/>
            </a:xfrm>
            <a:custGeom>
              <a:avLst/>
              <a:pathLst>
                <a:path w="10299976" h="0">
                  <a:moveTo>
                    <a:pt x="0" y="0"/>
                  </a:moveTo>
                  <a:lnTo>
                    <a:pt x="10299976" y="0"/>
                  </a:lnTo>
                  <a:lnTo>
                    <a:pt x="10299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638972" y="3587762"/>
              <a:ext cx="10299976" cy="0"/>
            </a:xfrm>
            <a:custGeom>
              <a:avLst/>
              <a:pathLst>
                <a:path w="10299976" h="0">
                  <a:moveTo>
                    <a:pt x="0" y="0"/>
                  </a:moveTo>
                  <a:lnTo>
                    <a:pt x="10299976" y="0"/>
                  </a:lnTo>
                  <a:lnTo>
                    <a:pt x="10299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638972" y="2799180"/>
              <a:ext cx="10299976" cy="0"/>
            </a:xfrm>
            <a:custGeom>
              <a:avLst/>
              <a:pathLst>
                <a:path w="10299976" h="0">
                  <a:moveTo>
                    <a:pt x="0" y="0"/>
                  </a:moveTo>
                  <a:lnTo>
                    <a:pt x="10299976" y="0"/>
                  </a:lnTo>
                  <a:lnTo>
                    <a:pt x="10299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638972" y="2010598"/>
              <a:ext cx="10299976" cy="0"/>
            </a:xfrm>
            <a:custGeom>
              <a:avLst/>
              <a:pathLst>
                <a:path w="10299976" h="0">
                  <a:moveTo>
                    <a:pt x="0" y="0"/>
                  </a:moveTo>
                  <a:lnTo>
                    <a:pt x="10299976" y="0"/>
                  </a:lnTo>
                  <a:lnTo>
                    <a:pt x="10299976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827431" y="3071599"/>
              <a:ext cx="7923059" cy="673879"/>
            </a:xfrm>
            <a:custGeom>
              <a:avLst/>
              <a:pathLst>
                <a:path w="7923059" h="673879">
                  <a:moveTo>
                    <a:pt x="0" y="0"/>
                  </a:moveTo>
                  <a:lnTo>
                    <a:pt x="1980764" y="43013"/>
                  </a:lnTo>
                  <a:lnTo>
                    <a:pt x="3961529" y="673879"/>
                  </a:lnTo>
                  <a:lnTo>
                    <a:pt x="5942294" y="279588"/>
                  </a:lnTo>
                  <a:lnTo>
                    <a:pt x="7923059" y="181015"/>
                  </a:lnTo>
                </a:path>
              </a:pathLst>
            </a:custGeom>
            <a:ln w="67753" cap="flat">
              <a:solidFill>
                <a:srgbClr val="FF65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827431" y="2825466"/>
              <a:ext cx="7923059" cy="1945168"/>
            </a:xfrm>
            <a:custGeom>
              <a:avLst/>
              <a:pathLst>
                <a:path w="7923059" h="1945168">
                  <a:moveTo>
                    <a:pt x="0" y="0"/>
                  </a:moveTo>
                  <a:lnTo>
                    <a:pt x="1980764" y="1945168"/>
                  </a:lnTo>
                  <a:lnTo>
                    <a:pt x="3961529" y="1546"/>
                  </a:lnTo>
                  <a:lnTo>
                    <a:pt x="5942294" y="362372"/>
                  </a:lnTo>
                  <a:lnTo>
                    <a:pt x="7923059" y="339926"/>
                  </a:lnTo>
                </a:path>
              </a:pathLst>
            </a:custGeom>
            <a:ln w="67753" cap="flat">
              <a:solidFill>
                <a:srgbClr val="AB6D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827431" y="2247172"/>
              <a:ext cx="7923059" cy="1879453"/>
            </a:xfrm>
            <a:custGeom>
              <a:avLst/>
              <a:pathLst>
                <a:path w="7923059" h="1879453">
                  <a:moveTo>
                    <a:pt x="0" y="1879453"/>
                  </a:moveTo>
                  <a:lnTo>
                    <a:pt x="1980764" y="0"/>
                  </a:lnTo>
                  <a:lnTo>
                    <a:pt x="3961529" y="848885"/>
                  </a:lnTo>
                  <a:lnTo>
                    <a:pt x="5942294" y="1368752"/>
                  </a:lnTo>
                  <a:lnTo>
                    <a:pt x="7923059" y="1173204"/>
                  </a:lnTo>
                </a:path>
              </a:pathLst>
            </a:custGeom>
            <a:ln w="67753" cap="flat">
              <a:solidFill>
                <a:srgbClr val="02CCF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638972" y="1852881"/>
              <a:ext cx="0" cy="3469760"/>
            </a:xfrm>
            <a:custGeom>
              <a:avLst/>
              <a:pathLst>
                <a:path w="0" h="3469760">
                  <a:moveTo>
                    <a:pt x="0" y="3469760"/>
                  </a:moveTo>
                  <a:lnTo>
                    <a:pt x="0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804637" y="5063598"/>
              <a:ext cx="663525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-15 %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04637" y="4275016"/>
              <a:ext cx="663525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-10 %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945900" y="3486434"/>
              <a:ext cx="522262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-5 %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030484" y="2697853"/>
              <a:ext cx="437678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030484" y="1909271"/>
              <a:ext cx="437678" cy="1922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5 %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638972" y="5322642"/>
              <a:ext cx="10299976" cy="0"/>
            </a:xfrm>
            <a:custGeom>
              <a:avLst/>
              <a:pathLst>
                <a:path w="10299976" h="0">
                  <a:moveTo>
                    <a:pt x="0" y="0"/>
                  </a:moveTo>
                  <a:lnTo>
                    <a:pt x="10299976" y="0"/>
                  </a:lnTo>
                </a:path>
              </a:pathLst>
            </a:custGeom>
            <a:ln w="3252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1895704" y="5489607"/>
              <a:ext cx="1863452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Less than 150K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059776" y="5489607"/>
              <a:ext cx="149683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150K – 250K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040541" y="5489607"/>
              <a:ext cx="149683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250K – 500K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8176831" y="5489607"/>
              <a:ext cx="118578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500K - 1M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931997" y="5489731"/>
              <a:ext cx="1636985" cy="185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More than 1M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-356400" y="3495302"/>
              <a:ext cx="1397620" cy="1849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JAM values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4488150" y="610415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67753" cap="flat">
              <a:solidFill>
                <a:srgbClr val="FF65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5278652" y="610415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67753" cap="flat">
              <a:solidFill>
                <a:srgbClr val="AB6D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7098190" y="610415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67753" cap="flat">
              <a:solidFill>
                <a:srgbClr val="02CCF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4774228" y="5974228"/>
              <a:ext cx="393910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Joy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564731" y="6019658"/>
              <a:ext cx="1422945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Achievement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384268" y="5971438"/>
              <a:ext cx="172744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Meaningfulness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PERCENT WHO HAVE KIDS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265255" y="914400"/>
              <a:ext cx="9661489" cy="528050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900206" y="2327898"/>
              <a:ext cx="627369" cy="35791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5154945" y="2198368"/>
              <a:ext cx="627369" cy="370865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390729" y="1794484"/>
              <a:ext cx="627369" cy="411254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6409684" y="2430159"/>
              <a:ext cx="627369" cy="347686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7664423" y="1942454"/>
              <a:ext cx="627369" cy="396457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8919162" y="1852163"/>
              <a:ext cx="627369" cy="4054863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0173901" y="1918855"/>
              <a:ext cx="627369" cy="398817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645468" y="1879524"/>
              <a:ext cx="627369" cy="402750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4033084" y="404538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73%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5287823" y="39806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76%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523606" y="377867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84%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542562" y="409651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71%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797300" y="385266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81%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9052039" y="380751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83%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0306778" y="384086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81%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778345" y="382119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82%</a:t>
              </a:r>
            </a:p>
          </p:txBody>
        </p:sp>
        <p:sp>
          <p:nvSpPr>
            <p:cNvPr id="22" name="pl21"/>
            <p:cNvSpPr/>
            <p:nvPr/>
          </p:nvSpPr>
          <p:spPr>
            <a:xfrm>
              <a:off x="1265255" y="5907027"/>
              <a:ext cx="9661489" cy="0"/>
            </a:xfrm>
            <a:custGeom>
              <a:avLst/>
              <a:pathLst>
                <a:path w="9661489" h="0">
                  <a:moveTo>
                    <a:pt x="0" y="0"/>
                  </a:moveTo>
                  <a:lnTo>
                    <a:pt x="9661489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1544112" y="6095122"/>
              <a:ext cx="140675" cy="1818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684788" y="6060145"/>
              <a:ext cx="179926" cy="144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2793318" y="6095246"/>
              <a:ext cx="140675" cy="1816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933994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977719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59071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232457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5513809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487196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768548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7741935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8023287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8996674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9278026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0192327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473679" y="6057279"/>
              <a:ext cx="309165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RELATIONSHIP STATUS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265255" y="914400"/>
              <a:ext cx="9661489" cy="469828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900206" y="4594231"/>
              <a:ext cx="627369" cy="76231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3900206" y="2307296"/>
              <a:ext cx="627369" cy="228693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5154945" y="3940821"/>
              <a:ext cx="627369" cy="141572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5154945" y="2416197"/>
              <a:ext cx="627369" cy="152462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390729" y="3551067"/>
              <a:ext cx="627369" cy="180547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390729" y="1745592"/>
              <a:ext cx="627369" cy="180547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409684" y="3641341"/>
              <a:ext cx="627369" cy="171520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6409684" y="2116718"/>
              <a:ext cx="627369" cy="152462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7664423" y="3709949"/>
              <a:ext cx="627369" cy="1646593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7664423" y="2429265"/>
              <a:ext cx="627369" cy="128068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8919162" y="3994113"/>
              <a:ext cx="627369" cy="1362429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8919162" y="2047785"/>
              <a:ext cx="627369" cy="194632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0173901" y="3784275"/>
              <a:ext cx="627369" cy="157226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10173901" y="2354940"/>
              <a:ext cx="627369" cy="142933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2645468" y="3526994"/>
              <a:ext cx="627369" cy="182954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2645468" y="1697446"/>
              <a:ext cx="627369" cy="182954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4033084" y="490331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033084" y="337868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287823" y="457660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5287823" y="310643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523606" y="438172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523606" y="257625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6542562" y="442686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38%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542562" y="280695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7797300" y="446117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797300" y="299753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052039" y="460325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052039" y="294887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306778" y="449833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0306778" y="299753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2778345" y="436969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778345" y="254014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1265255" y="5356543"/>
              <a:ext cx="9661489" cy="0"/>
            </a:xfrm>
            <a:custGeom>
              <a:avLst/>
              <a:pathLst>
                <a:path w="9661489" h="0">
                  <a:moveTo>
                    <a:pt x="0" y="0"/>
                  </a:moveTo>
                  <a:lnTo>
                    <a:pt x="9661489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1544112" y="5512897"/>
              <a:ext cx="140675" cy="1818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1684788" y="5477920"/>
              <a:ext cx="179926" cy="144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793318" y="5513021"/>
              <a:ext cx="140675" cy="1816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2933994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3977719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4259071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5232457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513809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6487196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6768548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7741935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8023287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8996674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9278026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10192327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0473679" y="5475054"/>
              <a:ext cx="309165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  <p:sp>
          <p:nvSpPr>
            <p:cNvPr id="55" name="rc54"/>
            <p:cNvSpPr/>
            <p:nvPr/>
          </p:nvSpPr>
          <p:spPr>
            <a:xfrm>
              <a:off x="4817501" y="6121455"/>
              <a:ext cx="133830" cy="1466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5788735" y="6121455"/>
              <a:ext cx="133830" cy="14669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tx56"/>
            <p:cNvSpPr/>
            <p:nvPr/>
          </p:nvSpPr>
          <p:spPr>
            <a:xfrm>
              <a:off x="5048899" y="6129081"/>
              <a:ext cx="642267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Married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020133" y="6096090"/>
              <a:ext cx="1363364" cy="162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In a relationship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RELATIONSHIP STATUS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265255" y="914400"/>
              <a:ext cx="9661489" cy="469828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900206" y="4136844"/>
              <a:ext cx="627369" cy="121969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3900206" y="3526994"/>
              <a:ext cx="627369" cy="609849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900206" y="1697446"/>
              <a:ext cx="627369" cy="182954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5154945" y="4049723"/>
              <a:ext cx="627369" cy="130682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5154945" y="2917145"/>
              <a:ext cx="627369" cy="113257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5154945" y="1697446"/>
              <a:ext cx="627369" cy="121969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390729" y="4586207"/>
              <a:ext cx="627369" cy="77033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390729" y="3141826"/>
              <a:ext cx="627369" cy="144438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390729" y="1697446"/>
              <a:ext cx="627369" cy="144438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6409684" y="4289306"/>
              <a:ext cx="627369" cy="106723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6409684" y="2917145"/>
              <a:ext cx="627369" cy="137216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6409684" y="1697446"/>
              <a:ext cx="627369" cy="121969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7664423" y="4039268"/>
              <a:ext cx="627369" cy="131727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7664423" y="2721993"/>
              <a:ext cx="627369" cy="131727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7664423" y="1697446"/>
              <a:ext cx="627369" cy="102454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8919162" y="4344452"/>
              <a:ext cx="627369" cy="10120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8919162" y="3254509"/>
              <a:ext cx="627369" cy="108994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8919162" y="1697446"/>
              <a:ext cx="627369" cy="155706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10173901" y="4098728"/>
              <a:ext cx="627369" cy="125781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10173901" y="2840914"/>
              <a:ext cx="627369" cy="125781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10173901" y="1697446"/>
              <a:ext cx="627369" cy="114346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2645468" y="4624723"/>
              <a:ext cx="627369" cy="731819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2645468" y="3161085"/>
              <a:ext cx="627369" cy="146363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2645468" y="1697446"/>
              <a:ext cx="627369" cy="146363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4033084" y="467461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033084" y="3759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33084" y="254014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287823" y="463105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5287823" y="341135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87823" y="223522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523606" y="489929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523606" y="379194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523606" y="234756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6542562" y="475084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542562" y="353115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38%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542562" y="223522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33%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797300" y="462582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36%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797300" y="330855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36%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7797300" y="213764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9052039" y="477842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9052039" y="372740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9052039" y="240390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43%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0306778" y="465556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34%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10306778" y="339774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34%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10306778" y="219710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778345" y="491855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2778345" y="382082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2778345" y="235719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54" name="pl53"/>
            <p:cNvSpPr/>
            <p:nvPr/>
          </p:nvSpPr>
          <p:spPr>
            <a:xfrm>
              <a:off x="1265255" y="5356543"/>
              <a:ext cx="9661489" cy="0"/>
            </a:xfrm>
            <a:custGeom>
              <a:avLst/>
              <a:pathLst>
                <a:path w="9661489" h="0">
                  <a:moveTo>
                    <a:pt x="0" y="0"/>
                  </a:moveTo>
                  <a:lnTo>
                    <a:pt x="9661489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4"/>
            <p:cNvSpPr/>
            <p:nvPr/>
          </p:nvSpPr>
          <p:spPr>
            <a:xfrm>
              <a:off x="1544112" y="5512897"/>
              <a:ext cx="140675" cy="1818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1684788" y="5477920"/>
              <a:ext cx="179926" cy="144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2793318" y="5513021"/>
              <a:ext cx="140675" cy="1816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2933994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3977719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4259071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5232457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5513809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487196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6768548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7741935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8023287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8996674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9278026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10192327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10473679" y="5475054"/>
              <a:ext cx="309165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  <p:sp>
          <p:nvSpPr>
            <p:cNvPr id="71" name="rc70"/>
            <p:cNvSpPr/>
            <p:nvPr/>
          </p:nvSpPr>
          <p:spPr>
            <a:xfrm>
              <a:off x="4386274" y="6121455"/>
              <a:ext cx="133830" cy="1466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5248727" y="6121455"/>
              <a:ext cx="133830" cy="14669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6219961" y="6121455"/>
              <a:ext cx="133830" cy="14669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4617673" y="6091576"/>
              <a:ext cx="533486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Single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5480126" y="6129081"/>
              <a:ext cx="642267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Married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6451360" y="6096090"/>
              <a:ext cx="1363364" cy="1623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In a relationship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WORK HOURS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265255" y="914400"/>
              <a:ext cx="9661489" cy="469828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034472" y="4560281"/>
              <a:ext cx="615381" cy="83358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4034472" y="4247688"/>
              <a:ext cx="615381" cy="31259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4034472" y="3830897"/>
              <a:ext cx="615381" cy="41679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4034472" y="2267929"/>
              <a:ext cx="615381" cy="1562967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5265234" y="4672495"/>
              <a:ext cx="615381" cy="721369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5265234" y="4191581"/>
              <a:ext cx="615381" cy="48091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5265234" y="3710668"/>
              <a:ext cx="615381" cy="480913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5265234" y="2267929"/>
              <a:ext cx="615381" cy="1442739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572946" y="4872875"/>
              <a:ext cx="615381" cy="520989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572946" y="4178223"/>
              <a:ext cx="615381" cy="69465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572946" y="3309908"/>
              <a:ext cx="615381" cy="86831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572946" y="2267929"/>
              <a:ext cx="615381" cy="104197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6495997" y="5133370"/>
              <a:ext cx="615381" cy="26049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6495997" y="4872875"/>
              <a:ext cx="615381" cy="26049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6495997" y="3570402"/>
              <a:ext cx="615381" cy="130247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6495997" y="2267929"/>
              <a:ext cx="615381" cy="1302472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7726760" y="5198493"/>
              <a:ext cx="615381" cy="19537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7726760" y="4612380"/>
              <a:ext cx="615381" cy="58611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7726760" y="4417009"/>
              <a:ext cx="615381" cy="19537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7726760" y="2267929"/>
              <a:ext cx="615381" cy="2149080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8957523" y="4612380"/>
              <a:ext cx="615381" cy="781483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8957523" y="3830897"/>
              <a:ext cx="615381" cy="78148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8957523" y="3440155"/>
              <a:ext cx="615381" cy="39074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8957523" y="2267929"/>
              <a:ext cx="615381" cy="1172225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10188286" y="4900295"/>
              <a:ext cx="615381" cy="49356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10188286" y="4571250"/>
              <a:ext cx="615381" cy="32904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10188286" y="4077681"/>
              <a:ext cx="615381" cy="49356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10188286" y="2267929"/>
              <a:ext cx="615381" cy="180975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2803709" y="4467661"/>
              <a:ext cx="615381" cy="92620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803709" y="3541458"/>
              <a:ext cx="615381" cy="92620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803709" y="2267929"/>
              <a:ext cx="615381" cy="1273529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4161355" y="490499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4161355" y="433190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4161355" y="396721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161355" y="297733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5392118" y="496110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5392118" y="435996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392118" y="387904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392118" y="291722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46%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1699829" y="506129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699829" y="445347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22%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1699829" y="367198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699829" y="271684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33%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6673122" y="5191541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8%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6673122" y="4931046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8%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6622881" y="414956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42%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6622881" y="284709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42%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7903885" y="5224103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7853644" y="483336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19%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7903885" y="4442619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7853644" y="327039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69%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9084407" y="493104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9084407" y="414956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9084407" y="356345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9084407" y="278196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38%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10315170" y="507500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10315170" y="466369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10315170" y="425238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10315170" y="310072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58%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2930592" y="485868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2930592" y="393248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2930592" y="283261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41%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4096010" y="1512554"/>
              <a:ext cx="492304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52.4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5326773" y="1512554"/>
              <a:ext cx="492304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50.5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1634484" y="1512431"/>
              <a:ext cx="492304" cy="185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50.8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6557536" y="1512431"/>
              <a:ext cx="492304" cy="185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56.9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7788299" y="1512431"/>
              <a:ext cx="492304" cy="185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58.9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9019062" y="1512431"/>
              <a:ext cx="492304" cy="185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50.8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10249825" y="1512554"/>
              <a:ext cx="492304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54.1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2865247" y="1512554"/>
              <a:ext cx="492304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55.4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362348" y="1463151"/>
              <a:ext cx="1025983" cy="2342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 hrs:</a:t>
              </a:r>
            </a:p>
          </p:txBody>
        </p:sp>
        <p:sp>
          <p:nvSpPr>
            <p:cNvPr id="77" name="pl76"/>
            <p:cNvSpPr/>
            <p:nvPr/>
          </p:nvSpPr>
          <p:spPr>
            <a:xfrm>
              <a:off x="1265255" y="5393864"/>
              <a:ext cx="9661489" cy="0"/>
            </a:xfrm>
            <a:custGeom>
              <a:avLst/>
              <a:pathLst>
                <a:path w="9661489" h="0">
                  <a:moveTo>
                    <a:pt x="0" y="0"/>
                  </a:moveTo>
                  <a:lnTo>
                    <a:pt x="9661489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7"/>
            <p:cNvSpPr/>
            <p:nvPr/>
          </p:nvSpPr>
          <p:spPr>
            <a:xfrm>
              <a:off x="1720335" y="5512897"/>
              <a:ext cx="140675" cy="1818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1861011" y="5477920"/>
              <a:ext cx="179926" cy="144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2945565" y="5513021"/>
              <a:ext cx="140675" cy="1816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3086241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4105990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4387342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5336753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5618105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6567516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6848868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7798279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8079631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9029042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9310394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10200718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10482070" y="5475054"/>
              <a:ext cx="309165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  <p:sp>
          <p:nvSpPr>
            <p:cNvPr id="94" name="rc93"/>
            <p:cNvSpPr/>
            <p:nvPr/>
          </p:nvSpPr>
          <p:spPr>
            <a:xfrm>
              <a:off x="4384268" y="6121455"/>
              <a:ext cx="133830" cy="1466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5167892" y="6121455"/>
              <a:ext cx="133830" cy="14669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6050400" y="6121455"/>
              <a:ext cx="133830" cy="14669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6932907" y="6121455"/>
              <a:ext cx="133830" cy="146690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tx97"/>
            <p:cNvSpPr/>
            <p:nvPr/>
          </p:nvSpPr>
          <p:spPr>
            <a:xfrm>
              <a:off x="4615666" y="6128473"/>
              <a:ext cx="45465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5399290" y="6128473"/>
              <a:ext cx="55354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6281798" y="6128473"/>
              <a:ext cx="55354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7164306" y="6126823"/>
              <a:ext cx="652425" cy="131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Over 55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INDUSTRY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53051" y="914400"/>
              <a:ext cx="11685897" cy="469828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783635" y="4872875"/>
              <a:ext cx="1170261" cy="520989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4783635" y="4143490"/>
              <a:ext cx="1170261" cy="72938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4783635" y="3518303"/>
              <a:ext cx="1170261" cy="625186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4783635" y="3205710"/>
              <a:ext cx="1170261" cy="312593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4783635" y="2267929"/>
              <a:ext cx="1170261" cy="937780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8127239" y="5064818"/>
              <a:ext cx="1170261" cy="32904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8127239" y="4242204"/>
              <a:ext cx="1170261" cy="82261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8127239" y="3584112"/>
              <a:ext cx="1170261" cy="65809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8127239" y="2761498"/>
              <a:ext cx="1170261" cy="822614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127239" y="2267929"/>
              <a:ext cx="1170261" cy="493568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440030" y="4571250"/>
              <a:ext cx="1170261" cy="82261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440030" y="3584112"/>
              <a:ext cx="1170261" cy="98713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1440030" y="3255067"/>
              <a:ext cx="1170261" cy="32904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1440030" y="2761498"/>
              <a:ext cx="1170261" cy="49356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1440030" y="2267929"/>
              <a:ext cx="1170261" cy="493568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6254821" y="4872875"/>
              <a:ext cx="1170261" cy="520989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6254821" y="4247688"/>
              <a:ext cx="1170261" cy="625186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6254821" y="3830897"/>
              <a:ext cx="1170261" cy="416791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6254821" y="2997314"/>
              <a:ext cx="1170261" cy="83358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6254821" y="2267929"/>
              <a:ext cx="1170261" cy="729384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9598425" y="5229341"/>
              <a:ext cx="1170261" cy="16452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9598425" y="4735773"/>
              <a:ext cx="1170261" cy="49356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9598425" y="4077681"/>
              <a:ext cx="1170261" cy="658091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9598425" y="3090544"/>
              <a:ext cx="1170261" cy="98713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9598425" y="2267929"/>
              <a:ext cx="1170261" cy="822614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2911216" y="4242204"/>
              <a:ext cx="1170261" cy="115166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2911216" y="3913158"/>
              <a:ext cx="1170261" cy="32904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2911216" y="3255067"/>
              <a:ext cx="1170261" cy="658091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2911216" y="2926021"/>
              <a:ext cx="1170261" cy="32904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911216" y="2267929"/>
              <a:ext cx="1170261" cy="65809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5187958" y="506129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187958" y="443610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5187958" y="37588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187958" y="328993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5187958" y="266474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8531563" y="515726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8531563" y="458143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26%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8531563" y="384108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8531563" y="310072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26%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8531563" y="24426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844354" y="491048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26%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1844354" y="400560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32%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844354" y="334751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1844354" y="293620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1844354" y="24426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6659144" y="506129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6659144" y="448820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6659144" y="396721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6659144" y="334202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27%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6659144" y="256054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10052990" y="5239527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5%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10002749" y="491048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10002749" y="433465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10002749" y="351203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32%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10002749" y="260716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26%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3315540" y="474595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37%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315540" y="400560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315540" y="351203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3315540" y="301846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3315540" y="252489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5007345" y="192258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8350949" y="192258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1663740" y="192258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6687401" y="192441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10031006" y="192441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3343797" y="192441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5928544" y="1512554"/>
              <a:ext cx="351628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6.3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9272149" y="1512554"/>
              <a:ext cx="351628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6.0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2584940" y="1512554"/>
              <a:ext cx="351628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6.7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790950" y="1463151"/>
              <a:ext cx="632362" cy="2342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 :</a:t>
              </a:r>
            </a:p>
          </p:txBody>
        </p:sp>
        <p:sp>
          <p:nvSpPr>
            <p:cNvPr id="76" name="pl75"/>
            <p:cNvSpPr/>
            <p:nvPr/>
          </p:nvSpPr>
          <p:spPr>
            <a:xfrm>
              <a:off x="253051" y="5393864"/>
              <a:ext cx="11685897" cy="0"/>
            </a:xfrm>
            <a:custGeom>
              <a:avLst/>
              <a:pathLst>
                <a:path w="11685897" h="0">
                  <a:moveTo>
                    <a:pt x="0" y="0"/>
                  </a:moveTo>
                  <a:lnTo>
                    <a:pt x="11685897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6"/>
            <p:cNvSpPr/>
            <p:nvPr/>
          </p:nvSpPr>
          <p:spPr>
            <a:xfrm>
              <a:off x="2594919" y="5513021"/>
              <a:ext cx="140675" cy="1816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2735595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5868186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6149538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9211790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9493142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83" name="rc82"/>
            <p:cNvSpPr/>
            <p:nvPr/>
          </p:nvSpPr>
          <p:spPr>
            <a:xfrm>
              <a:off x="3627567" y="6121455"/>
              <a:ext cx="133830" cy="1466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4884861" y="6121455"/>
              <a:ext cx="133830" cy="14669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6123055" y="6121455"/>
              <a:ext cx="133830" cy="14669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7123894" y="6121455"/>
              <a:ext cx="133830" cy="146690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7867843" y="6121455"/>
              <a:ext cx="133830" cy="146690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tx87"/>
            <p:cNvSpPr/>
            <p:nvPr/>
          </p:nvSpPr>
          <p:spPr>
            <a:xfrm>
              <a:off x="3858965" y="6091576"/>
              <a:ext cx="928327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Consulting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5116259" y="6129081"/>
              <a:ext cx="909228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Healthcare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6354454" y="6129081"/>
              <a:ext cx="671872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Finance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7355292" y="6129081"/>
              <a:ext cx="414982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Tech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8099241" y="6126823"/>
              <a:ext cx="474191" cy="131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Other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INDUSTRY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53051" y="914400"/>
              <a:ext cx="11685897" cy="469828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487663" y="4556786"/>
              <a:ext cx="481750" cy="81679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3487663" y="4037007"/>
              <a:ext cx="481750" cy="51977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487663" y="3442975"/>
              <a:ext cx="481750" cy="59403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3487663" y="2774688"/>
              <a:ext cx="481750" cy="668286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3487663" y="1957892"/>
              <a:ext cx="481750" cy="816795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864094" y="4752547"/>
              <a:ext cx="481750" cy="62103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4864094" y="4131513"/>
              <a:ext cx="481750" cy="62103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4864094" y="3432849"/>
              <a:ext cx="481750" cy="698663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4864094" y="2423668"/>
              <a:ext cx="481750" cy="1009180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4864094" y="1957892"/>
              <a:ext cx="481750" cy="465775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734801" y="4804300"/>
              <a:ext cx="481750" cy="56928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734801" y="4235018"/>
              <a:ext cx="481750" cy="56928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734801" y="3760617"/>
              <a:ext cx="481750" cy="47440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734801" y="3001575"/>
              <a:ext cx="481750" cy="75904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734801" y="1957892"/>
              <a:ext cx="481750" cy="1043682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6240525" y="5063064"/>
              <a:ext cx="481750" cy="31051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6240525" y="3665737"/>
              <a:ext cx="481750" cy="139732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6240525" y="2889444"/>
              <a:ext cx="481750" cy="77629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6240525" y="2423668"/>
              <a:ext cx="481750" cy="465775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6240525" y="1957892"/>
              <a:ext cx="481750" cy="465775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7616956" y="4770813"/>
              <a:ext cx="481750" cy="60276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7616956" y="3833173"/>
              <a:ext cx="481750" cy="93764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7616956" y="3230404"/>
              <a:ext cx="481750" cy="60276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7616956" y="2426712"/>
              <a:ext cx="481750" cy="80369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7616956" y="1957892"/>
              <a:ext cx="481750" cy="468820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8993386" y="4661979"/>
              <a:ext cx="481750" cy="71160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8993386" y="4306179"/>
              <a:ext cx="481750" cy="35580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8993386" y="3523417"/>
              <a:ext cx="481750" cy="78276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8993386" y="2527174"/>
              <a:ext cx="481750" cy="996242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8993386" y="1957892"/>
              <a:ext cx="481750" cy="569281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10369817" y="4690444"/>
              <a:ext cx="481750" cy="68313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10369817" y="4007306"/>
              <a:ext cx="481750" cy="68313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10369817" y="3438024"/>
              <a:ext cx="481750" cy="56928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10369817" y="2982599"/>
              <a:ext cx="481750" cy="455425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10369817" y="1957892"/>
              <a:ext cx="481750" cy="1024706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2111232" y="4935672"/>
              <a:ext cx="481750" cy="43790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2111232" y="4322600"/>
              <a:ext cx="481750" cy="61307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2111232" y="3797110"/>
              <a:ext cx="481750" cy="52549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2111232" y="2833710"/>
              <a:ext cx="481750" cy="963399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2111232" y="1957892"/>
              <a:ext cx="481750" cy="875817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4093293" y="4334024"/>
              <a:ext cx="481750" cy="103955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4093293" y="3888499"/>
              <a:ext cx="481750" cy="44552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4093293" y="3294466"/>
              <a:ext cx="481750" cy="59403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4093293" y="2477671"/>
              <a:ext cx="481750" cy="816795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4093293" y="1957892"/>
              <a:ext cx="481750" cy="519778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5469723" y="4597288"/>
              <a:ext cx="481750" cy="77629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5469723" y="3743366"/>
              <a:ext cx="481750" cy="85392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5469723" y="3277590"/>
              <a:ext cx="481750" cy="46577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5469723" y="2423668"/>
              <a:ext cx="481750" cy="853922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5469723" y="1957892"/>
              <a:ext cx="481750" cy="465775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1340431" y="4709420"/>
              <a:ext cx="481750" cy="66416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1340431" y="4235018"/>
              <a:ext cx="481750" cy="47440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1340431" y="3381096"/>
              <a:ext cx="481750" cy="85392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1340431" y="3001575"/>
              <a:ext cx="481750" cy="379520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1340431" y="1957892"/>
              <a:ext cx="481750" cy="1043682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6846154" y="4131513"/>
              <a:ext cx="481750" cy="124206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6846154" y="3820995"/>
              <a:ext cx="481750" cy="31051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6846154" y="3355220"/>
              <a:ext cx="481750" cy="46577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6846154" y="2734185"/>
              <a:ext cx="481750" cy="621034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6846154" y="1957892"/>
              <a:ext cx="481750" cy="776292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8222585" y="4770813"/>
              <a:ext cx="481750" cy="60276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8222585" y="4301993"/>
              <a:ext cx="481750" cy="46882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8222585" y="3364353"/>
              <a:ext cx="481750" cy="93764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8222585" y="2560661"/>
              <a:ext cx="481750" cy="80369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8222585" y="1957892"/>
              <a:ext cx="481750" cy="602768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9599016" y="4661979"/>
              <a:ext cx="481750" cy="71160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9599016" y="4163858"/>
              <a:ext cx="481750" cy="49812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9599016" y="3238776"/>
              <a:ext cx="481750" cy="92508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9599016" y="2740654"/>
              <a:ext cx="481750" cy="49812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9599016" y="1957892"/>
              <a:ext cx="481750" cy="782762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10975447" y="4690444"/>
              <a:ext cx="481750" cy="68313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10975447" y="4462731"/>
              <a:ext cx="481750" cy="22771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10975447" y="4007306"/>
              <a:ext cx="481750" cy="45542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10975447" y="3324168"/>
              <a:ext cx="481750" cy="683137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10975447" y="1957892"/>
              <a:ext cx="481750" cy="1366275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2716862" y="4848091"/>
              <a:ext cx="481750" cy="5254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2716862" y="4147437"/>
              <a:ext cx="481750" cy="70065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2716862" y="3184037"/>
              <a:ext cx="481750" cy="963399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2716862" y="2570965"/>
              <a:ext cx="481750" cy="613072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2716862" y="1957892"/>
              <a:ext cx="481750" cy="613072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tx85"/>
            <p:cNvSpPr/>
            <p:nvPr/>
          </p:nvSpPr>
          <p:spPr>
            <a:xfrm>
              <a:off x="3547731" y="489310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3547731" y="42248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3547731" y="366791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3547731" y="303675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3547731" y="229421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4924162" y="499098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4924162" y="436995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4924162" y="371010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4924162" y="285618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4924162" y="211870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794869" y="501686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794869" y="444758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794869" y="392574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794869" y="330902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22%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794869" y="240765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6350834" y="5146247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9%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6300593" y="429232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41%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6300593" y="320551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6300593" y="258448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6300593" y="211870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7677024" y="50001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7677024" y="422991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27%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7677024" y="345971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7677024" y="275648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7677024" y="2120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9053454" y="494570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9053454" y="441200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9053454" y="384272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9053454" y="295321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29%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9053454" y="217045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116" name="tx115"/>
            <p:cNvSpPr/>
            <p:nvPr/>
          </p:nvSpPr>
          <p:spPr>
            <a:xfrm>
              <a:off x="10429885" y="495993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17" name="tx116"/>
            <p:cNvSpPr/>
            <p:nvPr/>
          </p:nvSpPr>
          <p:spPr>
            <a:xfrm>
              <a:off x="10429885" y="427679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18" name="tx117"/>
            <p:cNvSpPr/>
            <p:nvPr/>
          </p:nvSpPr>
          <p:spPr>
            <a:xfrm>
              <a:off x="10429885" y="365058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10429885" y="313823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10429885" y="239817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2171300" y="508255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2171300" y="455706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2171300" y="398777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2171300" y="324333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2171300" y="232372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26%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4153361" y="47817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4153361" y="403918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4153361" y="351940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4153361" y="281399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4153361" y="214570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5529792" y="491335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5529792" y="409825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5529792" y="343840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5529792" y="277855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5529792" y="211870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1400499" y="496942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19%</a:t>
              </a:r>
            </a:p>
          </p:txBody>
        </p:sp>
        <p:sp>
          <p:nvSpPr>
            <p:cNvPr id="137" name="tx136"/>
            <p:cNvSpPr/>
            <p:nvPr/>
          </p:nvSpPr>
          <p:spPr>
            <a:xfrm>
              <a:off x="1400499" y="44001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38" name="tx137"/>
            <p:cNvSpPr/>
            <p:nvPr/>
          </p:nvSpPr>
          <p:spPr>
            <a:xfrm>
              <a:off x="1400499" y="373598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1400499" y="311926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1400499" y="240765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6906222" y="468047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36%</a:t>
              </a:r>
            </a:p>
          </p:txBody>
        </p:sp>
        <p:sp>
          <p:nvSpPr>
            <p:cNvPr id="142" name="tx141"/>
            <p:cNvSpPr/>
            <p:nvPr/>
          </p:nvSpPr>
          <p:spPr>
            <a:xfrm>
              <a:off x="6956464" y="3904178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9%</a:t>
              </a:r>
            </a:p>
          </p:txBody>
        </p:sp>
        <p:sp>
          <p:nvSpPr>
            <p:cNvPr id="143" name="tx142"/>
            <p:cNvSpPr/>
            <p:nvPr/>
          </p:nvSpPr>
          <p:spPr>
            <a:xfrm>
              <a:off x="6906222" y="351603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44" name="tx143"/>
            <p:cNvSpPr/>
            <p:nvPr/>
          </p:nvSpPr>
          <p:spPr>
            <a:xfrm>
              <a:off x="6906222" y="29726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6906222" y="227396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8282653" y="50001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8282653" y="44643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148" name="tx147"/>
            <p:cNvSpPr/>
            <p:nvPr/>
          </p:nvSpPr>
          <p:spPr>
            <a:xfrm>
              <a:off x="8282653" y="376109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27%</a:t>
              </a:r>
            </a:p>
          </p:txBody>
        </p:sp>
        <p:sp>
          <p:nvSpPr>
            <p:cNvPr id="149" name="tx148"/>
            <p:cNvSpPr/>
            <p:nvPr/>
          </p:nvSpPr>
          <p:spPr>
            <a:xfrm>
              <a:off x="8282653" y="289043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150" name="tx149"/>
            <p:cNvSpPr/>
            <p:nvPr/>
          </p:nvSpPr>
          <p:spPr>
            <a:xfrm>
              <a:off x="8282653" y="218720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51" name="tx150"/>
            <p:cNvSpPr/>
            <p:nvPr/>
          </p:nvSpPr>
          <p:spPr>
            <a:xfrm>
              <a:off x="9659084" y="494570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152" name="tx151"/>
            <p:cNvSpPr/>
            <p:nvPr/>
          </p:nvSpPr>
          <p:spPr>
            <a:xfrm>
              <a:off x="9659084" y="4340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53" name="tx152"/>
            <p:cNvSpPr/>
            <p:nvPr/>
          </p:nvSpPr>
          <p:spPr>
            <a:xfrm>
              <a:off x="9659084" y="362924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27%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9659084" y="291763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9659084" y="227719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11035515" y="495993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11085756" y="4504511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7%</a:t>
              </a:r>
            </a:p>
          </p:txBody>
        </p:sp>
        <p:sp>
          <p:nvSpPr>
            <p:cNvPr id="158" name="tx157"/>
            <p:cNvSpPr/>
            <p:nvPr/>
          </p:nvSpPr>
          <p:spPr>
            <a:xfrm>
              <a:off x="11035515" y="416294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159" name="tx158"/>
            <p:cNvSpPr/>
            <p:nvPr/>
          </p:nvSpPr>
          <p:spPr>
            <a:xfrm>
              <a:off x="11035515" y="359366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11035515" y="256895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2776930" y="503876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2776930" y="442568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2776930" y="359366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2776930" y="280542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2776930" y="219235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3367118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4743549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614256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6119980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70" name="tx169"/>
            <p:cNvSpPr/>
            <p:nvPr/>
          </p:nvSpPr>
          <p:spPr>
            <a:xfrm>
              <a:off x="7496410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8872841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10249272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1990687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74" name="tx173"/>
            <p:cNvSpPr/>
            <p:nvPr/>
          </p:nvSpPr>
          <p:spPr>
            <a:xfrm>
              <a:off x="4181618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75" name="tx174"/>
            <p:cNvSpPr/>
            <p:nvPr/>
          </p:nvSpPr>
          <p:spPr>
            <a:xfrm>
              <a:off x="5558048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76" name="tx175"/>
            <p:cNvSpPr/>
            <p:nvPr/>
          </p:nvSpPr>
          <p:spPr>
            <a:xfrm>
              <a:off x="1428756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77" name="tx176"/>
            <p:cNvSpPr/>
            <p:nvPr/>
          </p:nvSpPr>
          <p:spPr>
            <a:xfrm>
              <a:off x="6934479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78" name="tx177"/>
            <p:cNvSpPr/>
            <p:nvPr/>
          </p:nvSpPr>
          <p:spPr>
            <a:xfrm>
              <a:off x="8310910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79" name="tx178"/>
            <p:cNvSpPr/>
            <p:nvPr/>
          </p:nvSpPr>
          <p:spPr>
            <a:xfrm>
              <a:off x="9687341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80" name="tx179"/>
            <p:cNvSpPr/>
            <p:nvPr/>
          </p:nvSpPr>
          <p:spPr>
            <a:xfrm>
              <a:off x="11063772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81" name="tx180"/>
            <p:cNvSpPr/>
            <p:nvPr/>
          </p:nvSpPr>
          <p:spPr>
            <a:xfrm>
              <a:off x="2805187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82" name="pl181"/>
            <p:cNvSpPr/>
            <p:nvPr/>
          </p:nvSpPr>
          <p:spPr>
            <a:xfrm>
              <a:off x="253051" y="5373581"/>
              <a:ext cx="11685897" cy="0"/>
            </a:xfrm>
            <a:custGeom>
              <a:avLst/>
              <a:pathLst>
                <a:path w="11685897" h="0">
                  <a:moveTo>
                    <a:pt x="0" y="0"/>
                  </a:moveTo>
                  <a:lnTo>
                    <a:pt x="11685897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tx182"/>
            <p:cNvSpPr/>
            <p:nvPr/>
          </p:nvSpPr>
          <p:spPr>
            <a:xfrm>
              <a:off x="1118190" y="5512897"/>
              <a:ext cx="140675" cy="1818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84" name="tx183"/>
            <p:cNvSpPr/>
            <p:nvPr/>
          </p:nvSpPr>
          <p:spPr>
            <a:xfrm>
              <a:off x="1258866" y="5477920"/>
              <a:ext cx="179926" cy="144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185" name="tx184"/>
            <p:cNvSpPr/>
            <p:nvPr/>
          </p:nvSpPr>
          <p:spPr>
            <a:xfrm>
              <a:off x="2489088" y="5513021"/>
              <a:ext cx="140675" cy="1816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86" name="tx185"/>
            <p:cNvSpPr/>
            <p:nvPr/>
          </p:nvSpPr>
          <p:spPr>
            <a:xfrm>
              <a:off x="2629764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87" name="tx186"/>
            <p:cNvSpPr/>
            <p:nvPr/>
          </p:nvSpPr>
          <p:spPr>
            <a:xfrm>
              <a:off x="3795181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8" name="tx187"/>
            <p:cNvSpPr/>
            <p:nvPr/>
          </p:nvSpPr>
          <p:spPr>
            <a:xfrm>
              <a:off x="4076533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89" name="tx188"/>
            <p:cNvSpPr/>
            <p:nvPr/>
          </p:nvSpPr>
          <p:spPr>
            <a:xfrm>
              <a:off x="5171612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90" name="tx189"/>
            <p:cNvSpPr/>
            <p:nvPr/>
          </p:nvSpPr>
          <p:spPr>
            <a:xfrm>
              <a:off x="5452963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91" name="tx190"/>
            <p:cNvSpPr/>
            <p:nvPr/>
          </p:nvSpPr>
          <p:spPr>
            <a:xfrm>
              <a:off x="6548042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6829394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7924473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8205825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9300904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9582256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97" name="tx196"/>
            <p:cNvSpPr/>
            <p:nvPr/>
          </p:nvSpPr>
          <p:spPr>
            <a:xfrm>
              <a:off x="10618249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98" name="tx197"/>
            <p:cNvSpPr/>
            <p:nvPr/>
          </p:nvSpPr>
          <p:spPr>
            <a:xfrm>
              <a:off x="10899600" y="5475054"/>
              <a:ext cx="309165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  <p:sp>
          <p:nvSpPr>
            <p:cNvPr id="199" name="rc198"/>
            <p:cNvSpPr/>
            <p:nvPr/>
          </p:nvSpPr>
          <p:spPr>
            <a:xfrm>
              <a:off x="3627567" y="6121455"/>
              <a:ext cx="133830" cy="1466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199"/>
            <p:cNvSpPr/>
            <p:nvPr/>
          </p:nvSpPr>
          <p:spPr>
            <a:xfrm>
              <a:off x="4628405" y="6121455"/>
              <a:ext cx="133830" cy="14669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0"/>
            <p:cNvSpPr/>
            <p:nvPr/>
          </p:nvSpPr>
          <p:spPr>
            <a:xfrm>
              <a:off x="5885699" y="6121455"/>
              <a:ext cx="133830" cy="14669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1"/>
            <p:cNvSpPr/>
            <p:nvPr/>
          </p:nvSpPr>
          <p:spPr>
            <a:xfrm>
              <a:off x="6629648" y="6121455"/>
              <a:ext cx="133830" cy="146690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2"/>
            <p:cNvSpPr/>
            <p:nvPr/>
          </p:nvSpPr>
          <p:spPr>
            <a:xfrm>
              <a:off x="7867843" y="6121455"/>
              <a:ext cx="133830" cy="146690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tx203"/>
            <p:cNvSpPr/>
            <p:nvPr/>
          </p:nvSpPr>
          <p:spPr>
            <a:xfrm>
              <a:off x="3858965" y="6129081"/>
              <a:ext cx="671872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Finance</a:t>
              </a:r>
            </a:p>
          </p:txBody>
        </p:sp>
        <p:sp>
          <p:nvSpPr>
            <p:cNvPr id="205" name="tx204"/>
            <p:cNvSpPr/>
            <p:nvPr/>
          </p:nvSpPr>
          <p:spPr>
            <a:xfrm>
              <a:off x="4859804" y="6091576"/>
              <a:ext cx="928327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Consulting</a:t>
              </a:r>
            </a:p>
          </p:txBody>
        </p:sp>
        <p:sp>
          <p:nvSpPr>
            <p:cNvPr id="206" name="tx205"/>
            <p:cNvSpPr/>
            <p:nvPr/>
          </p:nvSpPr>
          <p:spPr>
            <a:xfrm>
              <a:off x="6117098" y="6129081"/>
              <a:ext cx="414982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Tech</a:t>
              </a:r>
            </a:p>
          </p:txBody>
        </p:sp>
        <p:sp>
          <p:nvSpPr>
            <p:cNvPr id="207" name="tx206"/>
            <p:cNvSpPr/>
            <p:nvPr/>
          </p:nvSpPr>
          <p:spPr>
            <a:xfrm>
              <a:off x="6861047" y="6129081"/>
              <a:ext cx="909228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Healthcare</a:t>
              </a:r>
            </a:p>
          </p:txBody>
        </p:sp>
        <p:sp>
          <p:nvSpPr>
            <p:cNvPr id="208" name="tx207"/>
            <p:cNvSpPr/>
            <p:nvPr/>
          </p:nvSpPr>
          <p:spPr>
            <a:xfrm>
              <a:off x="8099241" y="6126823"/>
              <a:ext cx="474191" cy="131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Other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INDUSTRY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53051" y="914400"/>
              <a:ext cx="11685897" cy="469828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487663" y="4253405"/>
              <a:ext cx="481750" cy="112017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3487663" y="3438731"/>
              <a:ext cx="481750" cy="81467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487663" y="2522224"/>
              <a:ext cx="481750" cy="91650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4864094" y="4521877"/>
              <a:ext cx="481750" cy="85170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4864094" y="3563710"/>
              <a:ext cx="481750" cy="95816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864094" y="2179690"/>
              <a:ext cx="481750" cy="1384019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734801" y="4592852"/>
              <a:ext cx="481750" cy="7807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734801" y="3942245"/>
              <a:ext cx="481750" cy="65060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734801" y="2901273"/>
              <a:ext cx="481750" cy="104097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6240525" y="4947729"/>
              <a:ext cx="481750" cy="42585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6240525" y="3883099"/>
              <a:ext cx="481750" cy="106463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6240525" y="3244321"/>
              <a:ext cx="481750" cy="63877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7616956" y="4546927"/>
              <a:ext cx="481750" cy="82665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7616956" y="3720273"/>
              <a:ext cx="481750" cy="82665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7616956" y="2618068"/>
              <a:ext cx="481750" cy="110220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8993386" y="4397670"/>
              <a:ext cx="481750" cy="97591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8993386" y="3324168"/>
              <a:ext cx="481750" cy="107350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8993386" y="1957892"/>
              <a:ext cx="481750" cy="136627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10369817" y="4436707"/>
              <a:ext cx="481750" cy="93687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10369817" y="3655978"/>
              <a:ext cx="481750" cy="7807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10369817" y="3031395"/>
              <a:ext cx="481750" cy="624583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2111232" y="4773021"/>
              <a:ext cx="481750" cy="60056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2111232" y="4052348"/>
              <a:ext cx="481750" cy="72067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2111232" y="2731114"/>
              <a:ext cx="481750" cy="1321233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4093293" y="3947902"/>
              <a:ext cx="481750" cy="142567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4093293" y="3133229"/>
              <a:ext cx="481750" cy="81467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4093293" y="2013053"/>
              <a:ext cx="481750" cy="1120176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5469723" y="4308951"/>
              <a:ext cx="481750" cy="106463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5469723" y="3670173"/>
              <a:ext cx="481750" cy="63877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5469723" y="2499080"/>
              <a:ext cx="481750" cy="1171093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1340431" y="4462731"/>
              <a:ext cx="481750" cy="91085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1340431" y="3291638"/>
              <a:ext cx="481750" cy="117109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1340431" y="2771152"/>
              <a:ext cx="481750" cy="52048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6846154" y="3670173"/>
              <a:ext cx="481750" cy="170340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6846154" y="3031395"/>
              <a:ext cx="481750" cy="63877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6846154" y="2179690"/>
              <a:ext cx="481750" cy="851704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8222585" y="4546927"/>
              <a:ext cx="481750" cy="82665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8222585" y="3261021"/>
              <a:ext cx="481750" cy="1285906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8222585" y="2158815"/>
              <a:ext cx="481750" cy="110220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9599016" y="4397670"/>
              <a:ext cx="481750" cy="97591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9599016" y="3128986"/>
              <a:ext cx="481750" cy="1268684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9599016" y="2445848"/>
              <a:ext cx="481750" cy="68313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10975447" y="4436707"/>
              <a:ext cx="481750" cy="93687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10975447" y="3812124"/>
              <a:ext cx="481750" cy="62458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10975447" y="2875249"/>
              <a:ext cx="481750" cy="936874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2716862" y="4652909"/>
              <a:ext cx="481750" cy="72067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2716862" y="3331675"/>
              <a:ext cx="481750" cy="132123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2716862" y="2490890"/>
              <a:ext cx="481750" cy="840784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tx53"/>
            <p:cNvSpPr/>
            <p:nvPr/>
          </p:nvSpPr>
          <p:spPr>
            <a:xfrm>
              <a:off x="3547731" y="474141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3547731" y="377399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3547731" y="290840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4924162" y="487565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4924162" y="397071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4924162" y="279962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794869" y="491114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794869" y="419547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794869" y="334968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22%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350834" y="5088579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9%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6300593" y="43433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6300593" y="349163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7677024" y="488817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7677024" y="406152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7677024" y="309709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9053454" y="481355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9053454" y="378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9053454" y="256895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29%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10429885" y="483306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10429885" y="397426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10429885" y="327161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2171300" y="500122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2171300" y="434060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2171300" y="331965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4153361" y="458866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4153361" y="346849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4153361" y="250106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5529792" y="476919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5529792" y="391748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5529792" y="301255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1400499" y="484608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19%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1400499" y="380510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1400499" y="295931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6906222" y="444980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36%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6906222" y="327870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6906222" y="253346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8282653" y="488817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8282653" y="383189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27%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8282653" y="263784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9659084" y="481355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9659084" y="369125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27%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9659084" y="271534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11035515" y="483306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11035515" y="405233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11035515" y="327161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2776930" y="494116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2776930" y="392021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2776930" y="283920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3367118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4743549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614256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6119980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7496410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8872841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10249272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1990687" y="1590453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4181618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5558048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1428756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6934479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8310910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9687341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16" name="tx115"/>
            <p:cNvSpPr/>
            <p:nvPr/>
          </p:nvSpPr>
          <p:spPr>
            <a:xfrm>
              <a:off x="11063772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17" name="tx116"/>
            <p:cNvSpPr/>
            <p:nvPr/>
          </p:nvSpPr>
          <p:spPr>
            <a:xfrm>
              <a:off x="2805187" y="1592288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118" name="pl117"/>
            <p:cNvSpPr/>
            <p:nvPr/>
          </p:nvSpPr>
          <p:spPr>
            <a:xfrm>
              <a:off x="253051" y="5373581"/>
              <a:ext cx="11685897" cy="0"/>
            </a:xfrm>
            <a:custGeom>
              <a:avLst/>
              <a:pathLst>
                <a:path w="11685897" h="0">
                  <a:moveTo>
                    <a:pt x="0" y="0"/>
                  </a:moveTo>
                  <a:lnTo>
                    <a:pt x="11685897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8"/>
            <p:cNvSpPr/>
            <p:nvPr/>
          </p:nvSpPr>
          <p:spPr>
            <a:xfrm>
              <a:off x="1118190" y="5512897"/>
              <a:ext cx="140675" cy="1818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1258866" y="5477920"/>
              <a:ext cx="179926" cy="144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2489088" y="5513021"/>
              <a:ext cx="140675" cy="1816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2629764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3795181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4076533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5171612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5452963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6548042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6829394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7924473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8205825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9300904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9582256" y="5475054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10618249" y="5509809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10899600" y="5475054"/>
              <a:ext cx="309165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  <p:sp>
          <p:nvSpPr>
            <p:cNvPr id="135" name="rc134"/>
            <p:cNvSpPr/>
            <p:nvPr/>
          </p:nvSpPr>
          <p:spPr>
            <a:xfrm>
              <a:off x="4657792" y="6121455"/>
              <a:ext cx="133830" cy="1466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5658631" y="6121455"/>
              <a:ext cx="133830" cy="14669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6"/>
            <p:cNvSpPr/>
            <p:nvPr/>
          </p:nvSpPr>
          <p:spPr>
            <a:xfrm>
              <a:off x="6402580" y="6121455"/>
              <a:ext cx="133830" cy="14669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tx137"/>
            <p:cNvSpPr/>
            <p:nvPr/>
          </p:nvSpPr>
          <p:spPr>
            <a:xfrm>
              <a:off x="4889191" y="6129081"/>
              <a:ext cx="671872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Finance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5890030" y="6129081"/>
              <a:ext cx="414982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Tech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6633978" y="6129081"/>
              <a:ext cx="909228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Healthcare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INDUSTRY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53051" y="914400"/>
              <a:ext cx="11685897" cy="5280505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487663" y="3559064"/>
              <a:ext cx="481750" cy="236711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4864094" y="3142129"/>
              <a:ext cx="481750" cy="278404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734801" y="4035774"/>
              <a:ext cx="481750" cy="189040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6240525" y="2832791"/>
              <a:ext cx="481750" cy="309338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7616956" y="3524253"/>
              <a:ext cx="481750" cy="2401923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8993386" y="2807012"/>
              <a:ext cx="481750" cy="311916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0369817" y="3657693"/>
              <a:ext cx="481750" cy="2268483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111232" y="3832192"/>
              <a:ext cx="481750" cy="209398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4093293" y="3559064"/>
              <a:ext cx="481750" cy="236711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5469723" y="4070145"/>
              <a:ext cx="481750" cy="18560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340431" y="2523452"/>
              <a:ext cx="481750" cy="340272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6846154" y="4070145"/>
              <a:ext cx="481750" cy="185603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8222585" y="2189852"/>
              <a:ext cx="481750" cy="373632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9599016" y="2239892"/>
              <a:ext cx="481750" cy="3686284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10975447" y="4111390"/>
              <a:ext cx="481750" cy="181478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2716862" y="2087205"/>
              <a:ext cx="481750" cy="383897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3547731" y="467054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924162" y="446207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94869" y="490889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6300593" y="430740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677024" y="465313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9053454" y="429451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429885" y="471985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2171300" y="480710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153361" y="467054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529792" y="492608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400499" y="41527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6906222" y="492608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8282653" y="3985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9659084" y="401095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1035515" y="494670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776930" y="393461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3367118" y="1687490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4743549" y="1687490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14256" y="1687490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119980" y="1687490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496410" y="1687490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8872841" y="1687490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10249272" y="1687490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1990687" y="1687490"/>
              <a:ext cx="722841" cy="106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Graduated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81618" y="1689325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5558048" y="1689325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428756" y="1689325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6934479" y="1689325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8310910" y="1689325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9687341" y="1689325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11063772" y="1689325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2805187" y="1689325"/>
              <a:ext cx="305100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Now</a:t>
              </a:r>
            </a:p>
          </p:txBody>
        </p:sp>
        <p:sp>
          <p:nvSpPr>
            <p:cNvPr id="54" name="pl53"/>
            <p:cNvSpPr/>
            <p:nvPr/>
          </p:nvSpPr>
          <p:spPr>
            <a:xfrm>
              <a:off x="253051" y="5926177"/>
              <a:ext cx="11685897" cy="0"/>
            </a:xfrm>
            <a:custGeom>
              <a:avLst/>
              <a:pathLst>
                <a:path w="11685897" h="0">
                  <a:moveTo>
                    <a:pt x="0" y="0"/>
                  </a:moveTo>
                  <a:lnTo>
                    <a:pt x="11685897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4"/>
            <p:cNvSpPr/>
            <p:nvPr/>
          </p:nvSpPr>
          <p:spPr>
            <a:xfrm>
              <a:off x="1118190" y="6095122"/>
              <a:ext cx="140675" cy="1818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1258866" y="6060145"/>
              <a:ext cx="179926" cy="144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st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2489088" y="6095246"/>
              <a:ext cx="140675" cy="1816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2629764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3795181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4076533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5171612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5452963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548042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6829394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7924473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8205825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9300904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9582256" y="6057279"/>
              <a:ext cx="190993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10618249" y="6092034"/>
              <a:ext cx="281351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10899600" y="6057279"/>
              <a:ext cx="309165" cy="1472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th+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INDUSTRY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265255" y="914400"/>
              <a:ext cx="9661489" cy="469828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7793288" y="5041938"/>
              <a:ext cx="2611213" cy="351926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7793288" y="4482996"/>
              <a:ext cx="2611213" cy="55894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7793288" y="3986158"/>
              <a:ext cx="2611213" cy="49683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7793288" y="2267929"/>
              <a:ext cx="2611213" cy="1718229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570861" y="5031713"/>
              <a:ext cx="2611213" cy="36215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570861" y="4326472"/>
              <a:ext cx="2611213" cy="70524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570861" y="3716533"/>
              <a:ext cx="2611213" cy="60993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570861" y="2267929"/>
              <a:ext cx="2611213" cy="1448603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8918088" y="514582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8918088" y="469039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918088" y="416250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918088" y="305496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3695661" y="514071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695661" y="460701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695661" y="39494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695661" y="292015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8852743" y="1512554"/>
              <a:ext cx="492304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55.6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630316" y="1512431"/>
              <a:ext cx="492304" cy="185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53.8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61514" y="1463151"/>
              <a:ext cx="1025983" cy="2342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 hrs:</a:t>
              </a:r>
            </a:p>
          </p:txBody>
        </p:sp>
        <p:sp>
          <p:nvSpPr>
            <p:cNvPr id="25" name="pl24"/>
            <p:cNvSpPr/>
            <p:nvPr/>
          </p:nvSpPr>
          <p:spPr>
            <a:xfrm>
              <a:off x="1265255" y="5393864"/>
              <a:ext cx="9661489" cy="0"/>
            </a:xfrm>
            <a:custGeom>
              <a:avLst/>
              <a:pathLst>
                <a:path w="9661489" h="0">
                  <a:moveTo>
                    <a:pt x="0" y="0"/>
                  </a:moveTo>
                  <a:lnTo>
                    <a:pt x="9661489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3419796" y="5492568"/>
              <a:ext cx="913343" cy="184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Women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8845950" y="5492568"/>
              <a:ext cx="505890" cy="184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Men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4384268" y="6121455"/>
              <a:ext cx="133830" cy="1466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5167892" y="6121455"/>
              <a:ext cx="133830" cy="14669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6050400" y="6121455"/>
              <a:ext cx="133830" cy="14669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6932907" y="6121455"/>
              <a:ext cx="133830" cy="146690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>
              <a:off x="4615666" y="6128473"/>
              <a:ext cx="45465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399290" y="6128473"/>
              <a:ext cx="55354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281798" y="6128473"/>
              <a:ext cx="55354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7164306" y="6126823"/>
              <a:ext cx="652425" cy="131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Over 55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INDUSTRY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53051" y="914400"/>
              <a:ext cx="11685897" cy="4698280"/>
            </a:xfrm>
            <a:prstGeom prst="rect">
              <a:avLst/>
            </a:prstGeom>
            <a:solidFill>
              <a:srgbClr val="00598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6745216" y="5049481"/>
              <a:ext cx="1652551" cy="344382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6745216" y="4440189"/>
              <a:ext cx="1652551" cy="609292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6745216" y="3936861"/>
              <a:ext cx="1652551" cy="503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6745216" y="2267929"/>
              <a:ext cx="1652551" cy="166893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023641" y="5027544"/>
              <a:ext cx="1652551" cy="36632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023641" y="4294903"/>
              <a:ext cx="1652551" cy="73264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023641" y="3782054"/>
              <a:ext cx="1652551" cy="51284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023641" y="2267929"/>
              <a:ext cx="1652551" cy="1514124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8633846" y="4977073"/>
              <a:ext cx="1652551" cy="41679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8633846" y="4664479"/>
              <a:ext cx="1652551" cy="312593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8633846" y="4143490"/>
              <a:ext cx="1652551" cy="520989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8633846" y="2267929"/>
              <a:ext cx="1652551" cy="1875560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912271" y="5014963"/>
              <a:ext cx="1652551" cy="37890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912271" y="4446611"/>
              <a:ext cx="1652551" cy="56835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3912271" y="3499358"/>
              <a:ext cx="1652551" cy="947252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3912271" y="2267929"/>
              <a:ext cx="1652551" cy="12314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7390684" y="514959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390684" y="467275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390684" y="411644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390684" y="303031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669109" y="513862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669109" y="458914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2669109" y="396640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2669109" y="2952916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48%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279314" y="511339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9279314" y="474870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9279314" y="433190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9279314" y="313363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57739" y="51323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557739" y="465871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4557739" y="3900909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557739" y="281156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414883" y="1924418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93308" y="1924418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9187098" y="1924418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4465523" y="1924418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8269655" y="1512554"/>
              <a:ext cx="492304" cy="1848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55.6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3548080" y="1512431"/>
              <a:ext cx="492304" cy="185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53.8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879618" y="1463151"/>
              <a:ext cx="1025983" cy="2342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 hrs:</a:t>
              </a:r>
            </a:p>
          </p:txBody>
        </p:sp>
        <p:sp>
          <p:nvSpPr>
            <p:cNvPr id="45" name="pl44"/>
            <p:cNvSpPr/>
            <p:nvPr/>
          </p:nvSpPr>
          <p:spPr>
            <a:xfrm>
              <a:off x="253051" y="5393864"/>
              <a:ext cx="11685897" cy="0"/>
            </a:xfrm>
            <a:custGeom>
              <a:avLst/>
              <a:pathLst>
                <a:path w="11685897" h="0">
                  <a:moveTo>
                    <a:pt x="0" y="0"/>
                  </a:moveTo>
                  <a:lnTo>
                    <a:pt x="11685897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5"/>
            <p:cNvSpPr/>
            <p:nvPr/>
          </p:nvSpPr>
          <p:spPr>
            <a:xfrm>
              <a:off x="3337560" y="5492568"/>
              <a:ext cx="913343" cy="184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Women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8262862" y="5492568"/>
              <a:ext cx="505890" cy="184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1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Men</a:t>
              </a:r>
            </a:p>
          </p:txBody>
        </p:sp>
        <p:sp>
          <p:nvSpPr>
            <p:cNvPr id="48" name="rc47"/>
            <p:cNvSpPr/>
            <p:nvPr/>
          </p:nvSpPr>
          <p:spPr>
            <a:xfrm>
              <a:off x="4384268" y="6121455"/>
              <a:ext cx="133830" cy="146690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5167892" y="6121455"/>
              <a:ext cx="133830" cy="146690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6050400" y="6121455"/>
              <a:ext cx="133830" cy="146690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6932907" y="6121455"/>
              <a:ext cx="133830" cy="146690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tx51"/>
            <p:cNvSpPr/>
            <p:nvPr/>
          </p:nvSpPr>
          <p:spPr>
            <a:xfrm>
              <a:off x="4615666" y="6128473"/>
              <a:ext cx="45465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399290" y="6128473"/>
              <a:ext cx="55354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6281798" y="6128473"/>
              <a:ext cx="553541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7164306" y="6126823"/>
              <a:ext cx="652425" cy="131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Over 55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INDUSTRY (Horizontal)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26947" y="914400"/>
              <a:ext cx="10865052" cy="4970517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26947" y="4480206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26947" y="2319111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326947" y="1238564"/>
              <a:ext cx="10865052" cy="4322189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326947" y="2373138"/>
              <a:ext cx="1001128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328076" y="2373138"/>
              <a:ext cx="2135741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463818" y="2373138"/>
              <a:ext cx="1401580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5865398" y="2373138"/>
              <a:ext cx="4338225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326947" y="4534233"/>
              <a:ext cx="961639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288587" y="4534233"/>
              <a:ext cx="1775335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4063923" y="4534233"/>
              <a:ext cx="1405473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5469396" y="4534233"/>
              <a:ext cx="4734227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326947" y="1616755"/>
              <a:ext cx="1075960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2402908" y="1616755"/>
              <a:ext cx="1613941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4016849" y="1616755"/>
              <a:ext cx="2689902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6706751" y="1616755"/>
              <a:ext cx="3496872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326947" y="3777850"/>
              <a:ext cx="1183556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2510504" y="3777850"/>
              <a:ext cx="887667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398172" y="3777850"/>
              <a:ext cx="1479446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4877618" y="3777850"/>
              <a:ext cx="5326006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1646704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215140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983801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7853704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49%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626960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995448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585852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655703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684120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3029071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180993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8274380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737918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773531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3957088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7359814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41" name="pl40"/>
            <p:cNvSpPr/>
            <p:nvPr/>
          </p:nvSpPr>
          <p:spPr>
            <a:xfrm>
              <a:off x="1326947" y="1238564"/>
              <a:ext cx="0" cy="4322189"/>
            </a:xfrm>
            <a:custGeom>
              <a:avLst/>
              <a:pathLst>
                <a:path w="0" h="4322189">
                  <a:moveTo>
                    <a:pt x="0" y="4322189"/>
                  </a:move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 rot="5400000">
              <a:off x="10225396" y="2644723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43" name="tx42"/>
            <p:cNvSpPr/>
            <p:nvPr/>
          </p:nvSpPr>
          <p:spPr>
            <a:xfrm rot="5400000">
              <a:off x="10225396" y="4805818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44" name="tx43"/>
            <p:cNvSpPr/>
            <p:nvPr/>
          </p:nvSpPr>
          <p:spPr>
            <a:xfrm rot="5400000">
              <a:off x="10108980" y="1888340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45" name="tx44"/>
            <p:cNvSpPr/>
            <p:nvPr/>
          </p:nvSpPr>
          <p:spPr>
            <a:xfrm rot="5400000">
              <a:off x="10108980" y="4049435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46" name="tx45"/>
            <p:cNvSpPr/>
            <p:nvPr/>
          </p:nvSpPr>
          <p:spPr>
            <a:xfrm rot="-5400000">
              <a:off x="901922" y="4406288"/>
              <a:ext cx="406400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Men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738261" y="2245193"/>
              <a:ext cx="733722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Women</a:t>
              </a:r>
            </a:p>
          </p:txBody>
        </p:sp>
        <p:sp>
          <p:nvSpPr>
            <p:cNvPr id="48" name="rc47"/>
            <p:cNvSpPr/>
            <p:nvPr/>
          </p:nvSpPr>
          <p:spPr>
            <a:xfrm>
              <a:off x="4528992" y="6159621"/>
              <a:ext cx="235051" cy="23505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5543738" y="6159621"/>
              <a:ext cx="235051" cy="23505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6685621" y="6159621"/>
              <a:ext cx="235051" cy="23505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7827504" y="6159621"/>
              <a:ext cx="235051" cy="23505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tx51"/>
            <p:cNvSpPr/>
            <p:nvPr/>
          </p:nvSpPr>
          <p:spPr>
            <a:xfrm>
              <a:off x="4861610" y="6191868"/>
              <a:ext cx="58455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876357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7018240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8160123" y="6189747"/>
              <a:ext cx="83883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Over 55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GENDER AND WORK HOURS (5th - 20th)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26947" y="914400"/>
              <a:ext cx="10865052" cy="4970517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26947" y="4480206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26947" y="2319111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326947" y="1238564"/>
              <a:ext cx="10865052" cy="4322189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326947" y="3939932"/>
              <a:ext cx="565888" cy="108054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892835" y="3939932"/>
              <a:ext cx="1414720" cy="108054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3307556" y="3939932"/>
              <a:ext cx="848832" cy="108054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4156388" y="3939932"/>
              <a:ext cx="6224769" cy="1080547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326947" y="1778837"/>
              <a:ext cx="1561070" cy="108054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888018" y="1778837"/>
              <a:ext cx="1873284" cy="108054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4761303" y="1778837"/>
              <a:ext cx="936642" cy="108054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5697945" y="1778837"/>
              <a:ext cx="4683212" cy="1080547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1479325" y="4408130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2419388" y="440813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601406" y="4408130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087965" y="440813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69%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926675" y="224703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643853" y="224703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048817" y="224703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858744" y="224703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52%</a:t>
              </a:r>
            </a:p>
          </p:txBody>
        </p:sp>
        <p:sp>
          <p:nvSpPr>
            <p:cNvPr id="25" name="pl24"/>
            <p:cNvSpPr/>
            <p:nvPr/>
          </p:nvSpPr>
          <p:spPr>
            <a:xfrm>
              <a:off x="1326947" y="1238564"/>
              <a:ext cx="0" cy="4322189"/>
            </a:xfrm>
            <a:custGeom>
              <a:avLst/>
              <a:pathLst>
                <a:path w="0" h="4322189">
                  <a:moveTo>
                    <a:pt x="0" y="4322189"/>
                  </a:move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 rot="-5400000">
              <a:off x="901922" y="4406288"/>
              <a:ext cx="406400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Men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738261" y="2245193"/>
              <a:ext cx="733722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Women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4528992" y="6159621"/>
              <a:ext cx="235051" cy="23505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5543738" y="6159621"/>
              <a:ext cx="235051" cy="23505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6685621" y="6159621"/>
              <a:ext cx="235051" cy="23505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7827504" y="6159621"/>
              <a:ext cx="235051" cy="23505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>
              <a:off x="4861610" y="6191868"/>
              <a:ext cx="58455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876357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7018240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8160123" y="6189747"/>
              <a:ext cx="83883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Over 55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GENDER AND WORK HOURS FOR ALL FOCAL GROUP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26947" y="914400"/>
              <a:ext cx="10865052" cy="4970517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26947" y="4480206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26947" y="2319111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326947" y="1238564"/>
              <a:ext cx="10865052" cy="4322189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326947" y="1778837"/>
              <a:ext cx="953603" cy="108054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280550" y="1778837"/>
              <a:ext cx="1857016" cy="108054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137567" y="1778837"/>
              <a:ext cx="1606068" cy="108054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5743635" y="1778837"/>
              <a:ext cx="3814412" cy="1080547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326947" y="3939932"/>
              <a:ext cx="926680" cy="1080547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253627" y="3939932"/>
              <a:ext cx="1471786" cy="1080547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3725414" y="3939932"/>
              <a:ext cx="1308254" cy="1080547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5033668" y="3939932"/>
              <a:ext cx="4524379" cy="1080547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1622941" y="224703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3028251" y="224703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4759794" y="224703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470034" y="224703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1609480" y="440813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2808713" y="440813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198733" y="440813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15050" y="440813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25" name="pl24"/>
            <p:cNvSpPr/>
            <p:nvPr/>
          </p:nvSpPr>
          <p:spPr>
            <a:xfrm>
              <a:off x="1326947" y="1238564"/>
              <a:ext cx="0" cy="4322189"/>
            </a:xfrm>
            <a:custGeom>
              <a:avLst/>
              <a:pathLst>
                <a:path w="0" h="4322189">
                  <a:moveTo>
                    <a:pt x="0" y="4322189"/>
                  </a:move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10170170" y="4399325"/>
              <a:ext cx="421974" cy="158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55.6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170170" y="2238125"/>
              <a:ext cx="421974" cy="158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53.8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9887291" y="1115338"/>
              <a:ext cx="879414" cy="200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 hrs: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901922" y="4406288"/>
              <a:ext cx="406400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Men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738261" y="2245193"/>
              <a:ext cx="733722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Women</a:t>
              </a:r>
            </a:p>
          </p:txBody>
        </p:sp>
        <p:sp>
          <p:nvSpPr>
            <p:cNvPr id="31" name="rc30"/>
            <p:cNvSpPr/>
            <p:nvPr/>
          </p:nvSpPr>
          <p:spPr>
            <a:xfrm>
              <a:off x="4528992" y="6159621"/>
              <a:ext cx="235051" cy="23505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5543738" y="6159621"/>
              <a:ext cx="235051" cy="23505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6685621" y="6159621"/>
              <a:ext cx="235051" cy="23505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7827504" y="6159621"/>
              <a:ext cx="235051" cy="23505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4861610" y="6191868"/>
              <a:ext cx="58455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5876357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018240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8160123" y="6189747"/>
              <a:ext cx="83883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Over 55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GENDER AND WORK HOURS (5th - 20th)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26947" y="914400"/>
              <a:ext cx="10865052" cy="4970517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26947" y="4480206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26947" y="2319111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326947" y="1238564"/>
              <a:ext cx="10865052" cy="4322189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326947" y="4534233"/>
              <a:ext cx="657531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984479" y="4534233"/>
              <a:ext cx="1643829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3628308" y="4534233"/>
              <a:ext cx="657531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4285839" y="4534233"/>
              <a:ext cx="5917784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326947" y="2373138"/>
              <a:ext cx="1268096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595044" y="2373138"/>
              <a:ext cx="2113494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4708538" y="2373138"/>
              <a:ext cx="422698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5131237" y="2373138"/>
              <a:ext cx="5072386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326947" y="3777850"/>
              <a:ext cx="2219169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546116" y="3777850"/>
              <a:ext cx="6657507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1326947" y="1616755"/>
              <a:ext cx="2219169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3546116" y="1616755"/>
              <a:ext cx="1109584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4655701" y="1616755"/>
              <a:ext cx="2219169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6874870" y="1616755"/>
              <a:ext cx="3328753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1525147" y="4786321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625586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826508" y="4786321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063924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67%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780188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470984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789322" y="2625227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7486623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2255724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694063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2255724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3920101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584478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8358440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38%</a:t>
              </a:r>
            </a:p>
          </p:txBody>
        </p:sp>
        <p:sp>
          <p:nvSpPr>
            <p:cNvPr id="37" name="pl36"/>
            <p:cNvSpPr/>
            <p:nvPr/>
          </p:nvSpPr>
          <p:spPr>
            <a:xfrm>
              <a:off x="1326947" y="1238564"/>
              <a:ext cx="0" cy="4322189"/>
            </a:xfrm>
            <a:custGeom>
              <a:avLst/>
              <a:pathLst>
                <a:path w="0" h="4322189">
                  <a:moveTo>
                    <a:pt x="0" y="4322189"/>
                  </a:move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 rot="5400000">
              <a:off x="10225396" y="4805818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39" name="tx38"/>
            <p:cNvSpPr/>
            <p:nvPr/>
          </p:nvSpPr>
          <p:spPr>
            <a:xfrm rot="5400000">
              <a:off x="10225396" y="2644723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40" name="tx39"/>
            <p:cNvSpPr/>
            <p:nvPr/>
          </p:nvSpPr>
          <p:spPr>
            <a:xfrm rot="5400000">
              <a:off x="10108980" y="4049435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41" name="tx40"/>
            <p:cNvSpPr/>
            <p:nvPr/>
          </p:nvSpPr>
          <p:spPr>
            <a:xfrm rot="5400000">
              <a:off x="10108980" y="1888340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42" name="tx41"/>
            <p:cNvSpPr/>
            <p:nvPr/>
          </p:nvSpPr>
          <p:spPr>
            <a:xfrm rot="-5400000">
              <a:off x="901922" y="4406288"/>
              <a:ext cx="406400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Men</a:t>
              </a:r>
            </a:p>
          </p:txBody>
        </p:sp>
        <p:sp>
          <p:nvSpPr>
            <p:cNvPr id="43" name="tx42"/>
            <p:cNvSpPr/>
            <p:nvPr/>
          </p:nvSpPr>
          <p:spPr>
            <a:xfrm rot="-5400000">
              <a:off x="738261" y="2245193"/>
              <a:ext cx="733722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Women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4528992" y="6159621"/>
              <a:ext cx="235051" cy="23505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5543738" y="6159621"/>
              <a:ext cx="235051" cy="23505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6685621" y="6159621"/>
              <a:ext cx="235051" cy="23505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7827504" y="6159621"/>
              <a:ext cx="235051" cy="23505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7"/>
            <p:cNvSpPr/>
            <p:nvPr/>
          </p:nvSpPr>
          <p:spPr>
            <a:xfrm>
              <a:off x="4861610" y="6191868"/>
              <a:ext cx="58455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876357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7018240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8160123" y="6189747"/>
              <a:ext cx="83883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Over 55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GENDER AND WORK HOURS ALL FOCAL GROUP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26947" y="914400"/>
              <a:ext cx="10865052" cy="4970517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26947" y="4480206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26947" y="2319111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326947" y="1238564"/>
              <a:ext cx="10865052" cy="4322189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326947" y="2373138"/>
              <a:ext cx="964582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291529" y="2373138"/>
              <a:ext cx="1929164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220693" y="2373138"/>
              <a:ext cx="1350414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5571108" y="2373138"/>
              <a:ext cx="3986939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326947" y="4534233"/>
              <a:ext cx="906816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233763" y="4534233"/>
              <a:ext cx="1604366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3838130" y="4534233"/>
              <a:ext cx="1325346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5163477" y="4534233"/>
              <a:ext cx="4394570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326947" y="1616755"/>
              <a:ext cx="997709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2324656" y="1616755"/>
              <a:ext cx="1496563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821220" y="1616755"/>
              <a:ext cx="2494272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6315493" y="1616755"/>
              <a:ext cx="3242554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326947" y="3777850"/>
              <a:ext cx="1097480" cy="64832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2424427" y="3777850"/>
              <a:ext cx="823110" cy="64832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247537" y="3777850"/>
              <a:ext cx="1371850" cy="64832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4619387" y="3777850"/>
              <a:ext cx="4938660" cy="648328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1628431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075304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715094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7383771" y="262522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48%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1599548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855140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19996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179955" y="4786321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644994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2892131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887549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7755963" y="186884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1694880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55175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3752655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907910" y="402993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41" name="pl40"/>
            <p:cNvSpPr/>
            <p:nvPr/>
          </p:nvSpPr>
          <p:spPr>
            <a:xfrm>
              <a:off x="1326947" y="1238564"/>
              <a:ext cx="0" cy="4322189"/>
            </a:xfrm>
            <a:custGeom>
              <a:avLst/>
              <a:pathLst>
                <a:path w="0" h="4322189">
                  <a:moveTo>
                    <a:pt x="0" y="4322189"/>
                  </a:move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 rot="5400000">
              <a:off x="9566908" y="2644723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43" name="tx42"/>
            <p:cNvSpPr/>
            <p:nvPr/>
          </p:nvSpPr>
          <p:spPr>
            <a:xfrm rot="5400000">
              <a:off x="9566908" y="4805818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44" name="tx43"/>
            <p:cNvSpPr/>
            <p:nvPr/>
          </p:nvSpPr>
          <p:spPr>
            <a:xfrm rot="5400000">
              <a:off x="9450492" y="1888340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45" name="tx44"/>
            <p:cNvSpPr/>
            <p:nvPr/>
          </p:nvSpPr>
          <p:spPr>
            <a:xfrm rot="5400000">
              <a:off x="9450492" y="4049435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0170170" y="4777517"/>
              <a:ext cx="421974" cy="158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55.2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10170170" y="4021134"/>
              <a:ext cx="421974" cy="158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57.2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0170170" y="2616422"/>
              <a:ext cx="421974" cy="158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54.4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10170170" y="1860039"/>
              <a:ext cx="421974" cy="158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51.5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9887291" y="1115338"/>
              <a:ext cx="879414" cy="200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 hrs:</a:t>
              </a:r>
            </a:p>
          </p:txBody>
        </p:sp>
        <p:sp>
          <p:nvSpPr>
            <p:cNvPr id="51" name="tx50"/>
            <p:cNvSpPr/>
            <p:nvPr/>
          </p:nvSpPr>
          <p:spPr>
            <a:xfrm rot="-5400000">
              <a:off x="901922" y="4406288"/>
              <a:ext cx="406400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Men</a:t>
              </a:r>
            </a:p>
          </p:txBody>
        </p:sp>
        <p:sp>
          <p:nvSpPr>
            <p:cNvPr id="52" name="tx51"/>
            <p:cNvSpPr/>
            <p:nvPr/>
          </p:nvSpPr>
          <p:spPr>
            <a:xfrm rot="-5400000">
              <a:off x="738261" y="2245193"/>
              <a:ext cx="733722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Women</a:t>
              </a:r>
            </a:p>
          </p:txBody>
        </p:sp>
        <p:sp>
          <p:nvSpPr>
            <p:cNvPr id="53" name="rc52"/>
            <p:cNvSpPr/>
            <p:nvPr/>
          </p:nvSpPr>
          <p:spPr>
            <a:xfrm>
              <a:off x="4528992" y="6159621"/>
              <a:ext cx="235051" cy="23505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5543738" y="6159621"/>
              <a:ext cx="235051" cy="23505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6685621" y="6159621"/>
              <a:ext cx="235051" cy="23505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7827504" y="6159621"/>
              <a:ext cx="235051" cy="235051"/>
            </a:xfrm>
            <a:prstGeom prst="rect">
              <a:avLst/>
            </a:prstGeom>
            <a:solidFill>
              <a:srgbClr val="FFC1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tx56"/>
            <p:cNvSpPr/>
            <p:nvPr/>
          </p:nvSpPr>
          <p:spPr>
            <a:xfrm>
              <a:off x="4861610" y="6191868"/>
              <a:ext cx="58455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5876357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7018240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8160123" y="6189747"/>
              <a:ext cx="83883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Over 55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STATUS AND WORK HOURS FOR HOURS LESS THAN 45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26947" y="914400"/>
              <a:ext cx="10865052" cy="4970517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26947" y="4905876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26947" y="3399658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26947" y="1893441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326947" y="1140332"/>
              <a:ext cx="10865052" cy="4518652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326947" y="1516886"/>
              <a:ext cx="2043688" cy="75310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3370636" y="1516886"/>
              <a:ext cx="2895225" cy="75310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265861" y="1516886"/>
              <a:ext cx="2384303" cy="75310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326947" y="3023104"/>
              <a:ext cx="1496158" cy="75310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823105" y="3023104"/>
              <a:ext cx="3441164" cy="75310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6264270" y="3023104"/>
              <a:ext cx="2244237" cy="75310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326947" y="4529321"/>
              <a:ext cx="1968306" cy="753108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295254" y="4529321"/>
              <a:ext cx="3411731" cy="753108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6706985" y="4529321"/>
              <a:ext cx="3674172" cy="753108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167984" y="182136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637441" y="182136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277205" y="1821365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944460" y="3327582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362880" y="332758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205581" y="332758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2130293" y="483380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820312" y="483380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8363264" y="483380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28" name="pl27"/>
            <p:cNvSpPr/>
            <p:nvPr/>
          </p:nvSpPr>
          <p:spPr>
            <a:xfrm>
              <a:off x="1326947" y="1140332"/>
              <a:ext cx="0" cy="4518652"/>
            </a:xfrm>
            <a:custGeom>
              <a:avLst/>
              <a:pathLst>
                <a:path w="0" h="4518652">
                  <a:moveTo>
                    <a:pt x="0" y="4518652"/>
                  </a:move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 rot="-5400000">
              <a:off x="307205" y="4813106"/>
              <a:ext cx="1558131" cy="185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In a relationship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738112" y="3325740"/>
              <a:ext cx="734020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Married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778841" y="1798092"/>
              <a:ext cx="609699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Single</a:t>
              </a:r>
            </a:p>
          </p:txBody>
        </p:sp>
        <p:sp>
          <p:nvSpPr>
            <p:cNvPr id="32" name="rc31"/>
            <p:cNvSpPr/>
            <p:nvPr/>
          </p:nvSpPr>
          <p:spPr>
            <a:xfrm>
              <a:off x="5163501" y="6159621"/>
              <a:ext cx="235051" cy="23505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6178248" y="6159621"/>
              <a:ext cx="235051" cy="23505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7320131" y="6159621"/>
              <a:ext cx="235051" cy="23505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5496120" y="6191868"/>
              <a:ext cx="58455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510867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652749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STATUS AND WORK HOURS FOR HOURS LESS THAN 45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rc3"/>
            <p:cNvSpPr/>
            <p:nvPr/>
          </p:nvSpPr>
          <p:spPr>
            <a:xfrm>
              <a:off x="0" y="914400"/>
              <a:ext cx="12192000" cy="5577840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326947" y="914400"/>
              <a:ext cx="10865052" cy="4970517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26947" y="4905876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26947" y="3399658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26947" y="1893441"/>
              <a:ext cx="10865052" cy="0"/>
            </a:xfrm>
            <a:custGeom>
              <a:avLst/>
              <a:pathLst>
                <a:path w="10865052" h="0">
                  <a:moveTo>
                    <a:pt x="0" y="0"/>
                  </a:moveTo>
                  <a:lnTo>
                    <a:pt x="10865052" y="0"/>
                  </a:lnTo>
                  <a:lnTo>
                    <a:pt x="10865052" y="0"/>
                  </a:lnTo>
                </a:path>
              </a:pathLst>
            </a:custGeom>
            <a:ln w="542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326947" y="1140332"/>
              <a:ext cx="10865052" cy="4518652"/>
            </a:xfrm>
            <a:prstGeom prst="rect">
              <a:avLst/>
            </a:prstGeom>
            <a:solidFill>
              <a:srgbClr val="0053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326947" y="1931096"/>
              <a:ext cx="1448094" cy="45186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775042" y="1931096"/>
              <a:ext cx="2172141" cy="45186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4947183" y="1931096"/>
              <a:ext cx="1267082" cy="45186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326947" y="3437314"/>
              <a:ext cx="1254740" cy="45186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581688" y="3437314"/>
              <a:ext cx="2509481" cy="45186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5091170" y="3437314"/>
              <a:ext cx="1380214" cy="45186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1326947" y="4943531"/>
              <a:ext cx="1200186" cy="45186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2527134" y="4943531"/>
              <a:ext cx="2280355" cy="45186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4807489" y="4943531"/>
              <a:ext cx="2400373" cy="45186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1326947" y="1403920"/>
              <a:ext cx="1577388" cy="45186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2904336" y="1403920"/>
              <a:ext cx="788694" cy="45186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3693030" y="1403920"/>
              <a:ext cx="2760429" cy="45186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1326947" y="2910138"/>
              <a:ext cx="1380214" cy="45186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2707162" y="2910138"/>
              <a:ext cx="2760429" cy="45186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1326947" y="4416355"/>
              <a:ext cx="2208343" cy="451865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535291" y="4416355"/>
              <a:ext cx="2650012" cy="451865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6185304" y="4416355"/>
              <a:ext cx="3091681" cy="451865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1870187" y="208495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680305" y="208495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399917" y="2084953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773510" y="359117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3655622" y="359117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600470" y="3591170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746233" y="509738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3486504" y="509738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826869" y="5097388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934834" y="155777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14%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168117" y="1557777"/>
              <a:ext cx="261131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7%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4892438" y="1557777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836247" y="306399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3906570" y="3063994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250312" y="457021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679490" y="457021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24%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550337" y="4570212"/>
              <a:ext cx="361614" cy="1367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44" name="pl43"/>
            <p:cNvSpPr/>
            <p:nvPr/>
          </p:nvSpPr>
          <p:spPr>
            <a:xfrm>
              <a:off x="1326947" y="1140332"/>
              <a:ext cx="0" cy="4518652"/>
            </a:xfrm>
            <a:custGeom>
              <a:avLst/>
              <a:pathLst>
                <a:path w="0" h="4518652">
                  <a:moveTo>
                    <a:pt x="0" y="4518652"/>
                  </a:move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4"/>
            <p:cNvSpPr/>
            <p:nvPr/>
          </p:nvSpPr>
          <p:spPr>
            <a:xfrm rot="5400000">
              <a:off x="9342058" y="2104450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46" name="tx45"/>
            <p:cNvSpPr/>
            <p:nvPr/>
          </p:nvSpPr>
          <p:spPr>
            <a:xfrm rot="5400000">
              <a:off x="9342058" y="3610667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47" name="tx46"/>
            <p:cNvSpPr/>
            <p:nvPr/>
          </p:nvSpPr>
          <p:spPr>
            <a:xfrm rot="5400000">
              <a:off x="9342058" y="5116884"/>
              <a:ext cx="31321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Kids</a:t>
              </a:r>
            </a:p>
          </p:txBody>
        </p:sp>
        <p:sp>
          <p:nvSpPr>
            <p:cNvPr id="48" name="tx47"/>
            <p:cNvSpPr/>
            <p:nvPr/>
          </p:nvSpPr>
          <p:spPr>
            <a:xfrm rot="5400000">
              <a:off x="9225643" y="1577274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49" name="tx48"/>
            <p:cNvSpPr/>
            <p:nvPr/>
          </p:nvSpPr>
          <p:spPr>
            <a:xfrm rot="5400000">
              <a:off x="9225643" y="3083491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50" name="tx49"/>
            <p:cNvSpPr/>
            <p:nvPr/>
          </p:nvSpPr>
          <p:spPr>
            <a:xfrm rot="5400000">
              <a:off x="9225643" y="4589708"/>
              <a:ext cx="546047" cy="105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No Kids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10170170" y="5088583"/>
              <a:ext cx="421974" cy="158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54.0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10170170" y="4561301"/>
              <a:ext cx="421974" cy="158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48.5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10170170" y="3582366"/>
              <a:ext cx="421974" cy="158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55.2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0170170" y="3055084"/>
              <a:ext cx="421974" cy="158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58.1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10170170" y="2076043"/>
              <a:ext cx="421974" cy="158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55.9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10170170" y="1548972"/>
              <a:ext cx="421974" cy="158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55.6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9718654" y="1017106"/>
              <a:ext cx="879414" cy="200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00">
                      <a:alpha val="100000"/>
                    </a:srgbClr>
                  </a:solidFill>
                  <a:latin typeface="Arial"/>
                  <a:cs typeface="Arial"/>
                </a:rPr>
                <a:t>Avg hrs:</a:t>
              </a:r>
            </a:p>
          </p:txBody>
        </p:sp>
        <p:sp>
          <p:nvSpPr>
            <p:cNvPr id="58" name="tx57"/>
            <p:cNvSpPr/>
            <p:nvPr/>
          </p:nvSpPr>
          <p:spPr>
            <a:xfrm rot="-5400000">
              <a:off x="307205" y="4813106"/>
              <a:ext cx="1558131" cy="185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In a relationship</a:t>
              </a:r>
            </a:p>
          </p:txBody>
        </p:sp>
        <p:sp>
          <p:nvSpPr>
            <p:cNvPr id="59" name="tx58"/>
            <p:cNvSpPr/>
            <p:nvPr/>
          </p:nvSpPr>
          <p:spPr>
            <a:xfrm rot="-5400000">
              <a:off x="738112" y="3325740"/>
              <a:ext cx="734020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Married</a:t>
              </a:r>
            </a:p>
          </p:txBody>
        </p:sp>
        <p:sp>
          <p:nvSpPr>
            <p:cNvPr id="60" name="tx59"/>
            <p:cNvSpPr/>
            <p:nvPr/>
          </p:nvSpPr>
          <p:spPr>
            <a:xfrm rot="-5400000">
              <a:off x="778841" y="1798092"/>
              <a:ext cx="609699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Single</a:t>
              </a:r>
            </a:p>
          </p:txBody>
        </p:sp>
        <p:sp>
          <p:nvSpPr>
            <p:cNvPr id="61" name="rc60"/>
            <p:cNvSpPr/>
            <p:nvPr/>
          </p:nvSpPr>
          <p:spPr>
            <a:xfrm>
              <a:off x="5163501" y="6159621"/>
              <a:ext cx="235051" cy="235051"/>
            </a:xfrm>
            <a:prstGeom prst="rect">
              <a:avLst/>
            </a:prstGeom>
            <a:solidFill>
              <a:srgbClr val="70E2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6178248" y="6159621"/>
              <a:ext cx="235051" cy="235051"/>
            </a:xfrm>
            <a:prstGeom prst="rect">
              <a:avLst/>
            </a:prstGeom>
            <a:solidFill>
              <a:srgbClr val="97E37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7320131" y="6159621"/>
              <a:ext cx="235051" cy="235051"/>
            </a:xfrm>
            <a:prstGeom prst="rect">
              <a:avLst/>
            </a:prstGeom>
            <a:solidFill>
              <a:srgbClr val="2DC5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>
              <a:off x="5496120" y="6191868"/>
              <a:ext cx="58455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0 - 35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6510867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35 - 45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7652749" y="6191868"/>
              <a:ext cx="71169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45 - 55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82880"/>
            <a:ext cx="11277600" cy="731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323233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TIME VS VALUE FROM DISCRETIONARY ACTIVITIES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0" y="914400"/>
            <a:ext cx="12192000" cy="5577840"/>
            <a:chOff x="0" y="914400"/>
            <a:chExt cx="12192000" cy="5577840"/>
          </a:xfrm>
        </p:grpSpPr>
        <p:sp>
          <p:nvSpPr>
            <p:cNvPr id="4" name="pt3"/>
            <p:cNvSpPr/>
            <p:nvPr/>
          </p:nvSpPr>
          <p:spPr>
            <a:xfrm>
              <a:off x="3167057" y="3691469"/>
              <a:ext cx="117405" cy="117405"/>
            </a:xfrm>
            <a:prstGeom prst="ellipse">
              <a:avLst/>
            </a:prstGeom>
            <a:solidFill>
              <a:srgbClr val="84D8F6">
                <a:alpha val="100000"/>
              </a:srgbClr>
            </a:solidFill>
            <a:ln w="9000" cap="rnd">
              <a:solidFill>
                <a:srgbClr val="84D8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1920078" y="3722440"/>
              <a:ext cx="117405" cy="117405"/>
            </a:xfrm>
            <a:prstGeom prst="ellipse">
              <a:avLst/>
            </a:prstGeom>
            <a:solidFill>
              <a:srgbClr val="84D8F6">
                <a:alpha val="100000"/>
              </a:srgbClr>
            </a:solidFill>
            <a:ln w="9000" cap="rnd">
              <a:solidFill>
                <a:srgbClr val="84D8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t5"/>
            <p:cNvSpPr/>
            <p:nvPr/>
          </p:nvSpPr>
          <p:spPr>
            <a:xfrm>
              <a:off x="9449687" y="3700235"/>
              <a:ext cx="117405" cy="117405"/>
            </a:xfrm>
            <a:prstGeom prst="ellipse">
              <a:avLst/>
            </a:prstGeom>
            <a:solidFill>
              <a:srgbClr val="84D8F6">
                <a:alpha val="100000"/>
              </a:srgbClr>
            </a:solidFill>
            <a:ln w="9000" cap="rnd">
              <a:solidFill>
                <a:srgbClr val="84D8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6"/>
            <p:cNvSpPr/>
            <p:nvPr/>
          </p:nvSpPr>
          <p:spPr>
            <a:xfrm>
              <a:off x="11627195" y="2286129"/>
              <a:ext cx="117405" cy="117405"/>
            </a:xfrm>
            <a:prstGeom prst="ellipse">
              <a:avLst/>
            </a:prstGeom>
            <a:solidFill>
              <a:srgbClr val="84D8F6">
                <a:alpha val="100000"/>
              </a:srgbClr>
            </a:solidFill>
            <a:ln w="9000" cap="rnd">
              <a:solidFill>
                <a:srgbClr val="84D8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5131885" y="3759952"/>
              <a:ext cx="117405" cy="117405"/>
            </a:xfrm>
            <a:prstGeom prst="ellipse">
              <a:avLst/>
            </a:prstGeom>
            <a:solidFill>
              <a:srgbClr val="84D8F6">
                <a:alpha val="100000"/>
              </a:srgbClr>
            </a:solidFill>
            <a:ln w="9000" cap="rnd">
              <a:solidFill>
                <a:srgbClr val="84D8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5272972" y="3701535"/>
              <a:ext cx="117405" cy="117405"/>
            </a:xfrm>
            <a:prstGeom prst="ellipse">
              <a:avLst/>
            </a:prstGeom>
            <a:solidFill>
              <a:srgbClr val="84D8F6">
                <a:alpha val="100000"/>
              </a:srgbClr>
            </a:solidFill>
            <a:ln w="9000" cap="rnd">
              <a:solidFill>
                <a:srgbClr val="84D8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4035559" y="3667824"/>
              <a:ext cx="117405" cy="117405"/>
            </a:xfrm>
            <a:prstGeom prst="ellipse">
              <a:avLst/>
            </a:prstGeom>
            <a:solidFill>
              <a:srgbClr val="84D8F6">
                <a:alpha val="100000"/>
              </a:srgbClr>
            </a:solidFill>
            <a:ln w="9000" cap="rnd">
              <a:solidFill>
                <a:srgbClr val="84D8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5737651" y="3674693"/>
              <a:ext cx="117405" cy="117405"/>
            </a:xfrm>
            <a:prstGeom prst="ellipse">
              <a:avLst/>
            </a:prstGeom>
            <a:solidFill>
              <a:srgbClr val="84D8F6">
                <a:alpha val="100000"/>
              </a:srgbClr>
            </a:solidFill>
            <a:ln w="9000" cap="rnd">
              <a:solidFill>
                <a:srgbClr val="84D8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055078" y="3774479"/>
              <a:ext cx="127978" cy="72849"/>
            </a:xfrm>
            <a:custGeom>
              <a:avLst/>
              <a:pathLst>
                <a:path w="127978" h="72849">
                  <a:moveTo>
                    <a:pt x="0" y="72849"/>
                  </a:moveTo>
                  <a:lnTo>
                    <a:pt x="1279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791126" y="3804624"/>
              <a:ext cx="142156" cy="73366"/>
            </a:xfrm>
            <a:custGeom>
              <a:avLst/>
              <a:pathLst>
                <a:path w="142156" h="73366">
                  <a:moveTo>
                    <a:pt x="0" y="73366"/>
                  </a:moveTo>
                  <a:lnTo>
                    <a:pt x="14215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9528417" y="3612396"/>
              <a:ext cx="82522" cy="117923"/>
            </a:xfrm>
            <a:custGeom>
              <a:avLst/>
              <a:pathLst>
                <a:path w="82522" h="117923">
                  <a:moveTo>
                    <a:pt x="82522" y="0"/>
                  </a:moveTo>
                  <a:lnTo>
                    <a:pt x="0" y="1179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4973567" y="3840771"/>
              <a:ext cx="167442" cy="74691"/>
            </a:xfrm>
            <a:custGeom>
              <a:avLst/>
              <a:pathLst>
                <a:path w="167442" h="74691">
                  <a:moveTo>
                    <a:pt x="0" y="74691"/>
                  </a:moveTo>
                  <a:lnTo>
                    <a:pt x="16744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5145479" y="3636756"/>
              <a:ext cx="147832" cy="98039"/>
            </a:xfrm>
            <a:custGeom>
              <a:avLst/>
              <a:pathLst>
                <a:path w="147832" h="98039">
                  <a:moveTo>
                    <a:pt x="0" y="0"/>
                  </a:moveTo>
                  <a:lnTo>
                    <a:pt x="147832" y="9803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4058387" y="3579919"/>
              <a:ext cx="28636" cy="117027"/>
            </a:xfrm>
            <a:custGeom>
              <a:avLst/>
              <a:pathLst>
                <a:path w="28636" h="117027">
                  <a:moveTo>
                    <a:pt x="0" y="0"/>
                  </a:moveTo>
                  <a:lnTo>
                    <a:pt x="28636" y="1170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5804708" y="3762928"/>
              <a:ext cx="33107" cy="117036"/>
            </a:xfrm>
            <a:custGeom>
              <a:avLst/>
              <a:pathLst>
                <a:path w="33107" h="117036">
                  <a:moveTo>
                    <a:pt x="33107" y="117036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323074" y="3824562"/>
              <a:ext cx="1324997" cy="200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Volunteering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259545" y="3855223"/>
              <a:ext cx="843420" cy="200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Therapy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9633800" y="3481015"/>
              <a:ext cx="723158" cy="160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Games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9926087" y="2218959"/>
              <a:ext cx="1626286" cy="2034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School/learning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010896" y="3890048"/>
              <a:ext cx="1373694" cy="2034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Side Projects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363108" y="3413071"/>
              <a:ext cx="1469925" cy="200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Job searching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168393" y="3405961"/>
              <a:ext cx="867134" cy="200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Napping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5860675" y="3850457"/>
              <a:ext cx="855277" cy="157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Hobbies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1149397" y="1293976"/>
              <a:ext cx="0" cy="4219838"/>
            </a:xfrm>
            <a:custGeom>
              <a:avLst/>
              <a:pathLst>
                <a:path w="0" h="4219838">
                  <a:moveTo>
                    <a:pt x="0" y="4219838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931162" y="5428536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931162" y="4024714"/>
              <a:ext cx="127136" cy="164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931162" y="2618101"/>
              <a:ext cx="127136" cy="164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931162" y="1208698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2" name="pl31"/>
            <p:cNvSpPr/>
            <p:nvPr/>
          </p:nvSpPr>
          <p:spPr>
            <a:xfrm>
              <a:off x="1149397" y="5513815"/>
              <a:ext cx="10536500" cy="0"/>
            </a:xfrm>
            <a:custGeom>
              <a:avLst/>
              <a:pathLst>
                <a:path w="10536500" h="0">
                  <a:moveTo>
                    <a:pt x="0" y="0"/>
                  </a:moveTo>
                  <a:lnTo>
                    <a:pt x="10536500" y="0"/>
                  </a:lnTo>
                </a:path>
              </a:pathLst>
            </a:custGeom>
            <a:ln w="27101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1085829" y="5662185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2759859" y="5664976"/>
              <a:ext cx="127136" cy="164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433890" y="5664976"/>
              <a:ext cx="127136" cy="164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107920" y="5662185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781951" y="5662073"/>
              <a:ext cx="127136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9392413" y="5662185"/>
              <a:ext cx="254272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11066444" y="5664976"/>
              <a:ext cx="254272" cy="164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5683677" y="6124240"/>
              <a:ext cx="1467941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Hours/Week</a:t>
              </a:r>
            </a:p>
          </p:txBody>
        </p:sp>
        <p:sp>
          <p:nvSpPr>
            <p:cNvPr id="41" name="tx40"/>
            <p:cNvSpPr/>
            <p:nvPr/>
          </p:nvSpPr>
          <p:spPr>
            <a:xfrm rot="-5400000">
              <a:off x="-440630" y="3284709"/>
              <a:ext cx="2018729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Subjective Value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">
      <a:dk1>
        <a:srgbClr val="333333"/>
      </a:dk1>
      <a:lt1>
        <a:sysClr val="window" lastClr="FFFFFF"/>
      </a:lt1>
      <a:dk2>
        <a:srgbClr val="333333"/>
      </a:dk2>
      <a:lt2>
        <a:srgbClr val="E8E8E8"/>
      </a:lt2>
      <a:accent1>
        <a:srgbClr val="005880"/>
      </a:accent1>
      <a:accent2>
        <a:srgbClr val="007D9C"/>
      </a:accent2>
      <a:accent3>
        <a:srgbClr val="00A2A2"/>
      </a:accent3>
      <a:accent4>
        <a:srgbClr val="2DC595"/>
      </a:accent4>
      <a:accent5>
        <a:srgbClr val="97E27F"/>
      </a:accent5>
      <a:accent6>
        <a:srgbClr val="F9F871"/>
      </a:accent6>
      <a:hlink>
        <a:srgbClr val="9F54E7"/>
      </a:hlink>
      <a:folHlink>
        <a:srgbClr val="642DD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Grand écran</PresentationFormat>
  <Paragraphs>10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Arial Nova</vt:lpstr>
      <vt:lpstr>Calibri</vt:lpstr>
      <vt:lpstr>HBS Graphik Office Bold</vt:lpstr>
      <vt:lpstr>1_Office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Présentation PowerPoint</dc:title>
  <cp:lastModifiedBy/>
  <cp:revision>1</cp:revision>
  <dcterms:created xsi:type="dcterms:W3CDTF">2025-05-26T14:53:56Z</dcterms:created>
  <dcterms:modified xsi:type="dcterms:W3CDTF">2025-08-26T19:02:57Z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2025-05-26T00:00:00Z</vt:filetime>
  </property>
  <property fmtid="{D5CDD505-2E9C-101B-9397-08002B2CF9AE}" pid="3" name="LastSaved">
    <vt:filetime>2025-05-26T00:00:00Z</vt:filetime>
  </property>
</Properties>
</file>